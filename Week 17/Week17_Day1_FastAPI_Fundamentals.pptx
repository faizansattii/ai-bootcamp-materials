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🚀⚡🌐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FastAPI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Building Your First API for Machine Learning</a:t>
            </a:r>
          </a:p>
          <a:p>
            <a:r>
              <a:t>From zero to production-ready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🤔 What is an API?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API = Application Programming Interface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Think of it like a restaurant:</a:t>
            </a:r>
          </a:p>
          <a:p>
            <a:pPr>
              <a:spcAft>
                <a:spcPts val="600"/>
              </a:spcAft>
              <a:defRPr sz="1600"/>
            </a:pPr>
            <a:r>
              <a:t>• You (client) sit at a table and look at the menu</a:t>
            </a:r>
          </a:p>
          <a:p>
            <a:pPr>
              <a:spcAft>
                <a:spcPts val="600"/>
              </a:spcAft>
              <a:defRPr sz="1600"/>
            </a:pPr>
            <a:r>
              <a:t>• You tell the waiter (API) what you want</a:t>
            </a:r>
          </a:p>
          <a:p>
            <a:pPr>
              <a:spcAft>
                <a:spcPts val="600"/>
              </a:spcAft>
              <a:defRPr sz="1600"/>
            </a:pPr>
            <a:r>
              <a:t>• The waiter takes your order to the kitchen (server)</a:t>
            </a:r>
          </a:p>
          <a:p>
            <a:pPr>
              <a:spcAft>
                <a:spcPts val="600"/>
              </a:spcAft>
              <a:defRPr sz="1600"/>
            </a:pPr>
            <a:r>
              <a:t>• The kitchen prepares your food (processes request)</a:t>
            </a:r>
          </a:p>
          <a:p>
            <a:pPr>
              <a:spcAft>
                <a:spcPts val="600"/>
              </a:spcAft>
              <a:defRPr sz="1600"/>
            </a:pPr>
            <a:r>
              <a:t>• The waiter brings back your meal (response)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An API is a messenger that takes requests and returns responses!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🌐 Why APIs Matter for ML Engineers:</a:t>
            </a:r>
          </a:p>
          <a:p>
            <a:pPr>
              <a:spcAft>
                <a:spcPts val="600"/>
              </a:spcAft>
              <a:defRPr sz="1600"/>
            </a:pPr>
            <a:r>
              <a:t>✅ Make your ML models accessible to applications</a:t>
            </a:r>
          </a:p>
          <a:p>
            <a:pPr>
              <a:spcAft>
                <a:spcPts val="600"/>
              </a:spcAft>
              <a:defRPr sz="1600"/>
            </a:pPr>
            <a:r>
              <a:t>✅ Allow web/mobile apps to use your predictions</a:t>
            </a:r>
          </a:p>
          <a:p>
            <a:pPr>
              <a:spcAft>
                <a:spcPts val="600"/>
              </a:spcAft>
              <a:defRPr sz="1600"/>
            </a:pPr>
            <a:r>
              <a:t>✅ Enable others to integrate your work into their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🌍 APIs You Use Every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You interact with APIs constantly without knowing it!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📱 Weather App:</a:t>
            </a:r>
          </a:p>
          <a:p>
            <a:pPr>
              <a:spcAft>
                <a:spcPts val="600"/>
              </a:spcAft>
              <a:defRPr sz="1600"/>
            </a:pPr>
            <a:r>
              <a:t>App sends request to weather API → Gets temperature data → Shows on screen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🎵 Spotify:</a:t>
            </a:r>
          </a:p>
          <a:p>
            <a:pPr>
              <a:spcAft>
                <a:spcPts val="600"/>
              </a:spcAft>
              <a:defRPr sz="1600"/>
            </a:pPr>
            <a:r>
              <a:t>Your playlist request → Spotify API → Song data returned → Music plays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🗺️ Google Maps:</a:t>
            </a:r>
          </a:p>
          <a:p>
            <a:pPr>
              <a:spcAft>
                <a:spcPts val="600"/>
              </a:spcAft>
              <a:defRPr sz="1600"/>
            </a:pPr>
            <a:r>
              <a:t>Search location → Maps API → Address &amp; directions returned → Displayed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🤖 ChatGPT:</a:t>
            </a:r>
          </a:p>
          <a:p>
            <a:pPr>
              <a:spcAft>
                <a:spcPts val="600"/>
              </a:spcAft>
              <a:defRPr sz="1600"/>
            </a:pPr>
            <a:r>
              <a:t>Your message → OpenAI API → AI response → Shown in chat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Today you'll build an API just like these big companies!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📋 REST API Basics: HTTP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REST = Representational State Transfer (don't worry about the name!)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📬 Think of HTTP methods like different types of post office actions: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GET 📥 - "Give me information" (like checking your mailbox)</a:t>
            </a:r>
          </a:p>
          <a:p>
            <a:pPr>
              <a:spcAft>
                <a:spcPts val="600"/>
              </a:spcAft>
              <a:defRPr sz="1600"/>
            </a:pPr>
            <a:r>
              <a:t>Example: Get user profile, Get product list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POST 📤 - "Create something new" (like sending a letter)</a:t>
            </a:r>
          </a:p>
          <a:p>
            <a:pPr>
              <a:spcAft>
                <a:spcPts val="600"/>
              </a:spcAft>
              <a:defRPr sz="1600"/>
            </a:pPr>
            <a:r>
              <a:t>Example: Create new user, Submit a form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PUT ✏️ - "Update something completely" (like replacing an address)</a:t>
            </a:r>
          </a:p>
          <a:p>
            <a:pPr>
              <a:spcAft>
                <a:spcPts val="600"/>
              </a:spcAft>
              <a:defRPr sz="1600"/>
            </a:pPr>
            <a:r>
              <a:t>Example: Update entire user profile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DELETE 🗑️ - "Remove something" (like canceling a subscription)</a:t>
            </a:r>
          </a:p>
          <a:p>
            <a:pPr>
              <a:spcAft>
                <a:spcPts val="600"/>
              </a:spcAft>
              <a:defRPr sz="1600"/>
            </a:pPr>
            <a:r>
              <a:t>Example: Delete a post, Remove a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⚡ Why FastAPI? (vs Flask, Django)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FastAPI is the modern, fast Python framework for building APIs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Automatic Documentation - Swagger UI built-in (test APIs in browser!)</a:t>
            </a:r>
          </a:p>
          <a:p>
            <a:pPr>
              <a:spcAft>
                <a:spcPts val="600"/>
              </a:spcAft>
              <a:defRPr sz="1600"/>
            </a:pPr>
            <a:r>
              <a:t>✅ Fast Performance - As fast as NodeJS and Go</a:t>
            </a:r>
          </a:p>
          <a:p>
            <a:pPr>
              <a:spcAft>
                <a:spcPts val="600"/>
              </a:spcAft>
              <a:defRPr sz="1600"/>
            </a:pPr>
            <a:r>
              <a:t>✅ Type Safety - Uses Python type hints (fewer bugs)</a:t>
            </a:r>
          </a:p>
          <a:p>
            <a:pPr>
              <a:spcAft>
                <a:spcPts val="600"/>
              </a:spcAft>
              <a:defRPr sz="1600"/>
            </a:pPr>
            <a:r>
              <a:t>✅ Async Support - Handle multiple requests simultaneously</a:t>
            </a:r>
          </a:p>
          <a:p>
            <a:pPr>
              <a:spcAft>
                <a:spcPts val="600"/>
              </a:spcAft>
              <a:defRPr sz="1600"/>
            </a:pPr>
            <a:r>
              <a:t>✅ Easy to Learn - Simple syntax, great for beginners</a:t>
            </a:r>
          </a:p>
          <a:p>
            <a:pPr>
              <a:spcAft>
                <a:spcPts val="600"/>
              </a:spcAft>
              <a:defRPr sz="1600"/>
            </a:pPr>
            <a:r>
              <a:t>✅ Modern - Built for ML and microservices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🏆 Used by: Microsoft, Uber, Netflix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Perfect for ML engineers who want to deploy models quickly!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Your First FastAPI App (Live Code Preview)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from fastapi import FastAPI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app = FastAPI()  # Create your API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@app.get("/")  # Define an endpoint</a:t>
            </a:r>
          </a:p>
          <a:p>
            <a:pPr>
              <a:spcAft>
                <a:spcPts val="600"/>
              </a:spcAft>
              <a:defRPr sz="1600"/>
            </a:pPr>
            <a:r>
              <a:t>def home():</a:t>
            </a:r>
          </a:p>
          <a:p>
            <a:pPr>
              <a:spcAft>
                <a:spcPts val="600"/>
              </a:spcAft>
              <a:defRPr sz="1600"/>
            </a:pPr>
            <a:r>
              <a:t>    return {"message": "Hello World!"}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# Run with: uvicorn main:app --reload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That's it! Just 5 lines for a working API!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🌐 Visit: http://localhost:8000 → See your API</a:t>
            </a:r>
          </a:p>
          <a:p>
            <a:pPr>
              <a:spcAft>
                <a:spcPts val="600"/>
              </a:spcAft>
              <a:defRPr sz="1600"/>
            </a:pPr>
            <a:r>
              <a:t>📚 Visit: http://localhost:8000/docs → Interactive documentation!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What is an Endpoint?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Endpoint = A specific URL path where your API does something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🏠 Think of endpoints like rooms in a house:</a:t>
            </a:r>
          </a:p>
          <a:p>
            <a:pPr>
              <a:spcAft>
                <a:spcPts val="600"/>
              </a:spcAft>
              <a:defRPr sz="1600"/>
            </a:pPr>
            <a:r>
              <a:t>• /kitchen → Get food (cooking functions)</a:t>
            </a:r>
          </a:p>
          <a:p>
            <a:pPr>
              <a:spcAft>
                <a:spcPts val="600"/>
              </a:spcAft>
              <a:defRPr sz="1600"/>
            </a:pPr>
            <a:r>
              <a:t>• /bedroom → Get rest (sleep data)</a:t>
            </a:r>
          </a:p>
          <a:p>
            <a:pPr>
              <a:spcAft>
                <a:spcPts val="600"/>
              </a:spcAft>
              <a:defRPr sz="1600"/>
            </a:pPr>
            <a:r>
              <a:t>• /garage → Get car (vehicle info)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🔗 API Endpoint Examples: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https://myapi.com/users → Get all users</a:t>
            </a:r>
          </a:p>
          <a:p>
            <a:pPr>
              <a:spcAft>
                <a:spcPts val="600"/>
              </a:spcAft>
              <a:defRPr sz="1600"/>
            </a:pPr>
            <a:r>
              <a:t>https://myapi.com/predict → Get ML prediction</a:t>
            </a:r>
          </a:p>
          <a:p>
            <a:pPr>
              <a:spcAft>
                <a:spcPts val="600"/>
              </a:spcAft>
              <a:defRPr sz="1600"/>
            </a:pPr>
            <a:r>
              <a:t>https://myapi.com/upload → Upload a file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Each endpoint = One specific job your API can 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🔢 Path Parameters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Path Parameters = Variables inside the URL path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📍 Example:</a:t>
            </a:r>
          </a:p>
          <a:p>
            <a:pPr>
              <a:spcAft>
                <a:spcPts val="600"/>
              </a:spcAft>
              <a:defRPr sz="1600"/>
            </a:pPr>
            <a:r>
              <a:t>@app.get("/users/{user_id}")</a:t>
            </a:r>
          </a:p>
          <a:p>
            <a:pPr>
              <a:spcAft>
                <a:spcPts val="600"/>
              </a:spcAft>
              <a:defRPr sz="1600"/>
            </a:pPr>
            <a:r>
              <a:t>def get_user(user_id: int):</a:t>
            </a:r>
          </a:p>
          <a:p>
            <a:pPr>
              <a:spcAft>
                <a:spcPts val="600"/>
              </a:spcAft>
              <a:defRPr sz="1600"/>
            </a:pPr>
            <a:r>
              <a:t>    return {"user_id": user_id, "name": "Alice"}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🌐 When you visit:</a:t>
            </a:r>
          </a:p>
          <a:p>
            <a:pPr>
              <a:spcAft>
                <a:spcPts val="600"/>
              </a:spcAft>
              <a:defRPr sz="1600"/>
            </a:pPr>
            <a:r>
              <a:t>• /users/1 → user_id = 1</a:t>
            </a:r>
          </a:p>
          <a:p>
            <a:pPr>
              <a:spcAft>
                <a:spcPts val="600"/>
              </a:spcAft>
              <a:defRPr sz="1600"/>
            </a:pPr>
            <a:r>
              <a:t>• /users/42 → user_id = 42</a:t>
            </a:r>
          </a:p>
          <a:p>
            <a:pPr>
              <a:spcAft>
                <a:spcPts val="600"/>
              </a:spcAft>
              <a:defRPr sz="1600"/>
            </a:pPr>
            <a:r>
              <a:t>• /users/999 → user_id = 999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Use path parameters for IDs and required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🔍 Query Parameters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Query Parameters = Optional filters after a '?' in the URL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📝 Example:</a:t>
            </a:r>
          </a:p>
          <a:p>
            <a:pPr>
              <a:spcAft>
                <a:spcPts val="600"/>
              </a:spcAft>
              <a:defRPr sz="1600"/>
            </a:pPr>
            <a:r>
              <a:t>@app.get("/search")</a:t>
            </a:r>
          </a:p>
          <a:p>
            <a:pPr>
              <a:spcAft>
                <a:spcPts val="600"/>
              </a:spcAft>
              <a:defRPr sz="1600"/>
            </a:pPr>
            <a:r>
              <a:t>def search(query: str, limit: int = 10):</a:t>
            </a:r>
          </a:p>
          <a:p>
            <a:pPr>
              <a:spcAft>
                <a:spcPts val="600"/>
              </a:spcAft>
              <a:defRPr sz="1600"/>
            </a:pPr>
            <a:r>
              <a:t>    return {"results": f"Searching for {query}"}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🌐 When you visit:</a:t>
            </a:r>
          </a:p>
          <a:p>
            <a:pPr>
              <a:spcAft>
                <a:spcPts val="600"/>
              </a:spcAft>
              <a:defRPr sz="1600"/>
            </a:pPr>
            <a:r>
              <a:t>• /search?query=python → query="python", limit=10</a:t>
            </a:r>
          </a:p>
          <a:p>
            <a:pPr>
              <a:spcAft>
                <a:spcPts val="600"/>
              </a:spcAft>
              <a:defRPr sz="1600"/>
            </a:pPr>
            <a:r>
              <a:t>• /search?query=AI&amp;limit=5 → query="AI", limit=5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Use query parameters for optional filters and settings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Path vs Query:</a:t>
            </a:r>
          </a:p>
          <a:p>
            <a:pPr>
              <a:spcAft>
                <a:spcPts val="600"/>
              </a:spcAft>
              <a:defRPr sz="1600"/>
            </a:pPr>
            <a:r>
              <a:t>Path → Required info (user ID, product ID)</a:t>
            </a:r>
          </a:p>
          <a:p>
            <a:pPr>
              <a:spcAft>
                <a:spcPts val="600"/>
              </a:spcAft>
              <a:defRPr sz="1600"/>
            </a:pPr>
            <a:r>
              <a:t>Query → Optional filters (search, sort, page number)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📦 Request Body &amp; 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Request Body = Data sent in POST/PUT requests (like a form submission)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🛡️ Pydantic = FastAPI's data validation system (automatic!)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from pydantic import BaseModel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class User(BaseModel):</a:t>
            </a:r>
          </a:p>
          <a:p>
            <a:pPr>
              <a:spcAft>
                <a:spcPts val="600"/>
              </a:spcAft>
              <a:defRPr sz="1600"/>
            </a:pPr>
            <a:r>
              <a:t>    name: str</a:t>
            </a:r>
          </a:p>
          <a:p>
            <a:pPr>
              <a:spcAft>
                <a:spcPts val="600"/>
              </a:spcAft>
              <a:defRPr sz="1600"/>
            </a:pPr>
            <a:r>
              <a:t>    age: int</a:t>
            </a:r>
          </a:p>
          <a:p>
            <a:pPr>
              <a:spcAft>
                <a:spcPts val="600"/>
              </a:spcAft>
              <a:defRPr sz="1600"/>
            </a:pPr>
            <a:r>
              <a:t>    email: str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@app.post("/users")</a:t>
            </a:r>
          </a:p>
          <a:p>
            <a:pPr>
              <a:spcAft>
                <a:spcPts val="600"/>
              </a:spcAft>
              <a:defRPr sz="1600"/>
            </a:pPr>
            <a:r>
              <a:t>def create_user(user: User):</a:t>
            </a:r>
          </a:p>
          <a:p>
            <a:pPr>
              <a:spcAft>
                <a:spcPts val="600"/>
              </a:spcAft>
              <a:defRPr sz="1600"/>
            </a:pPr>
            <a:r>
              <a:t>    return {"created": user.name}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FastAPI automatically validates:</a:t>
            </a:r>
          </a:p>
          <a:p>
            <a:pPr>
              <a:spcAft>
                <a:spcPts val="600"/>
              </a:spcAft>
              <a:defRPr sz="1600"/>
            </a:pPr>
            <a:r>
              <a:t>• name must be text, age must be number, email must be text</a:t>
            </a:r>
          </a:p>
          <a:p>
            <a:pPr>
              <a:spcAft>
                <a:spcPts val="600"/>
              </a:spcAft>
              <a:defRPr sz="1600"/>
            </a:pPr>
            <a:r>
              <a:t>• If wrong type → Returns error automatically!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Swagger UI: Your API's Interactive Docs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Swagger UI = Automatic, interactive documentation (FREE with FastAPI!)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🎯 What You Get:</a:t>
            </a:r>
          </a:p>
          <a:p>
            <a:pPr>
              <a:spcAft>
                <a:spcPts val="600"/>
              </a:spcAft>
              <a:defRPr sz="1600"/>
            </a:pPr>
            <a:r>
              <a:t>✅ See all your endpoints in one place</a:t>
            </a:r>
          </a:p>
          <a:p>
            <a:pPr>
              <a:spcAft>
                <a:spcPts val="600"/>
              </a:spcAft>
              <a:defRPr sz="1600"/>
            </a:pPr>
            <a:r>
              <a:t>✅ Test APIs directly in the browser (no Postman needed!)</a:t>
            </a:r>
          </a:p>
          <a:p>
            <a:pPr>
              <a:spcAft>
                <a:spcPts val="600"/>
              </a:spcAft>
              <a:defRPr sz="1600"/>
            </a:pPr>
            <a:r>
              <a:t>✅ See request/response examples</a:t>
            </a:r>
          </a:p>
          <a:p>
            <a:pPr>
              <a:spcAft>
                <a:spcPts val="600"/>
              </a:spcAft>
              <a:defRPr sz="1600"/>
            </a:pPr>
            <a:r>
              <a:t>✅ Share with your team automatically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🌐 Access it at: http://localhost:8000/docs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Best Part:</a:t>
            </a:r>
          </a:p>
          <a:p>
            <a:pPr>
              <a:spcAft>
                <a:spcPts val="600"/>
              </a:spcAft>
              <a:defRPr sz="1600"/>
            </a:pPr>
            <a:r>
              <a:t>You write ZERO extra code - it's all automatic!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🎨 Try it:</a:t>
            </a:r>
          </a:p>
          <a:p>
            <a:pPr>
              <a:spcAft>
                <a:spcPts val="600"/>
              </a:spcAft>
              <a:defRPr sz="1600"/>
            </a:pPr>
            <a:r>
              <a:t>• Click an endpoint → Click 'Try it out' → Enter data → Execute → See results!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🐛 Common Beginner Mistakes (and How to Fix Them!)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❌ Mistake 1: Port already in use</a:t>
            </a:r>
          </a:p>
          <a:p>
            <a:pPr>
              <a:spcAft>
                <a:spcPts val="600"/>
              </a:spcAft>
              <a:defRPr sz="1600"/>
            </a:pPr>
            <a:r>
              <a:t>Error: "Address already in use"</a:t>
            </a:r>
          </a:p>
          <a:p>
            <a:pPr>
              <a:spcAft>
                <a:spcPts val="600"/>
              </a:spcAft>
              <a:defRPr sz="1600"/>
            </a:pPr>
            <a:r>
              <a:t>✅ Fix: Change port → uvicorn main:app --port 8001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❌ Mistake 2: Function name conflicts</a:t>
            </a:r>
          </a:p>
          <a:p>
            <a:pPr>
              <a:spcAft>
                <a:spcPts val="600"/>
              </a:spcAft>
              <a:defRPr sz="1600"/>
            </a:pPr>
            <a:r>
              <a:t>Error: Multiple functions with same name</a:t>
            </a:r>
          </a:p>
          <a:p>
            <a:pPr>
              <a:spcAft>
                <a:spcPts val="600"/>
              </a:spcAft>
              <a:defRPr sz="1600"/>
            </a:pPr>
            <a:r>
              <a:t>✅ Fix: Give each function a unique name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❌ Mistake 3: Forgetting async/await</a:t>
            </a:r>
          </a:p>
          <a:p>
            <a:pPr>
              <a:spcAft>
                <a:spcPts val="600"/>
              </a:spcAft>
              <a:defRPr sz="1600"/>
            </a:pPr>
            <a:r>
              <a:t>Don't worry! Use regular functions first, learn async later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❌ Mistake 4: Wrong import</a:t>
            </a:r>
          </a:p>
          <a:p>
            <a:pPr>
              <a:spcAft>
                <a:spcPts val="600"/>
              </a:spcAft>
              <a:defRPr sz="1600"/>
            </a:pPr>
            <a:r>
              <a:t>✅ Always: from fastapi import FastAPI (not 'import fastapi')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💡 Pro Tip: Read error messages carefully - they tell you exactly what's wrong!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💡 FastAPI Best Practices for Beginners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1️⃣ Use Type Hints Everywhere</a:t>
            </a:r>
          </a:p>
          <a:p>
            <a:pPr>
              <a:spcAft>
                <a:spcPts val="600"/>
              </a:spcAft>
              <a:defRPr sz="1600"/>
            </a:pPr>
            <a:r>
              <a:t>def get_user(user_id: int) → dict:  # Clear and validated!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2️⃣ Organize Your Code</a:t>
            </a:r>
          </a:p>
          <a:p>
            <a:pPr>
              <a:spcAft>
                <a:spcPts val="600"/>
              </a:spcAft>
              <a:defRPr sz="1600"/>
            </a:pPr>
            <a:r>
              <a:t>• One file → main.py (for learning)</a:t>
            </a:r>
          </a:p>
          <a:p>
            <a:pPr>
              <a:spcAft>
                <a:spcPts val="600"/>
              </a:spcAft>
              <a:defRPr sz="1600"/>
            </a:pPr>
            <a:r>
              <a:t>• Production → Separate files (routes, models, config)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3️⃣ Use Pydantic Models</a:t>
            </a:r>
          </a:p>
          <a:p>
            <a:pPr>
              <a:spcAft>
                <a:spcPts val="600"/>
              </a:spcAft>
              <a:defRPr sz="1600"/>
            </a:pPr>
            <a:r>
              <a:t>Better than plain dictionaries - automatic validation!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4️⃣ Add Descriptions</a:t>
            </a:r>
          </a:p>
          <a:p>
            <a:pPr>
              <a:spcAft>
                <a:spcPts val="600"/>
              </a:spcAft>
              <a:defRPr sz="1600"/>
            </a:pPr>
            <a:r>
              <a:t>@app.get("/users", summary="Get all users")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5️⃣ Test with Swagger UI First</a:t>
            </a:r>
          </a:p>
          <a:p>
            <a:pPr>
              <a:spcAft>
                <a:spcPts val="600"/>
              </a:spcAft>
              <a:defRPr sz="1600"/>
            </a:pPr>
            <a:r>
              <a:t>Before writing client code, test in /docs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6️⃣ Handle Errors Gracefully</a:t>
            </a:r>
          </a:p>
          <a:p>
            <a:pPr>
              <a:spcAft>
                <a:spcPts val="600"/>
              </a:spcAft>
              <a:defRPr sz="1600"/>
            </a:pPr>
            <a:r>
              <a:t>Return helpful error messages, not just crashes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🏗️ What We'll Build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📱 A Calculator API (to learn the basics)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Endpoints:</a:t>
            </a:r>
          </a:p>
          <a:p>
            <a:pPr>
              <a:spcAft>
                <a:spcPts val="600"/>
              </a:spcAft>
              <a:defRPr sz="1600"/>
            </a:pPr>
            <a:r>
              <a:t>GET  /          → Welcome message</a:t>
            </a:r>
          </a:p>
          <a:p>
            <a:pPr>
              <a:spcAft>
                <a:spcPts val="600"/>
              </a:spcAft>
              <a:defRPr sz="1600"/>
            </a:pPr>
            <a:r>
              <a:t>GET  /add       → Add two numbers</a:t>
            </a:r>
          </a:p>
          <a:p>
            <a:pPr>
              <a:spcAft>
                <a:spcPts val="600"/>
              </a:spcAft>
              <a:defRPr sz="1600"/>
            </a:pPr>
            <a:r>
              <a:t>GET  /multiply  → Multiply two numbers</a:t>
            </a:r>
          </a:p>
          <a:p>
            <a:pPr>
              <a:spcAft>
                <a:spcPts val="600"/>
              </a:spcAft>
              <a:defRPr sz="1600"/>
            </a:pPr>
            <a:r>
              <a:t>POST /calculate → Advanced calculation with request body</a:t>
            </a:r>
          </a:p>
          <a:p>
            <a:pPr>
              <a:spcAft>
                <a:spcPts val="600"/>
              </a:spcAft>
              <a:defRPr sz="1600"/>
            </a:pPr>
            <a:r>
              <a:t>GET  /history   → See calculation history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You'll Learn:</a:t>
            </a:r>
          </a:p>
          <a:p>
            <a:pPr>
              <a:spcAft>
                <a:spcPts val="600"/>
              </a:spcAft>
              <a:defRPr sz="1600"/>
            </a:pPr>
            <a:r>
              <a:t>• Creating endpoints</a:t>
            </a:r>
          </a:p>
          <a:p>
            <a:pPr>
              <a:spcAft>
                <a:spcPts val="600"/>
              </a:spcAft>
              <a:defRPr sz="1600"/>
            </a:pPr>
            <a:r>
              <a:t>• Path &amp; query parameters</a:t>
            </a:r>
          </a:p>
          <a:p>
            <a:pPr>
              <a:spcAft>
                <a:spcPts val="600"/>
              </a:spcAft>
              <a:defRPr sz="1600"/>
            </a:pPr>
            <a:r>
              <a:t>• Request body handling</a:t>
            </a:r>
          </a:p>
          <a:p>
            <a:pPr>
              <a:spcAft>
                <a:spcPts val="600"/>
              </a:spcAft>
              <a:defRPr sz="1600"/>
            </a:pPr>
            <a:r>
              <a:t>• Testing with Swagger UI</a:t>
            </a:r>
          </a:p>
          <a:p>
            <a:pPr>
              <a:spcAft>
                <a:spcPts val="600"/>
              </a:spcAft>
              <a:defRPr sz="1600"/>
            </a:pPr>
            <a:r>
              <a:t>• Returning JSON responses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🚀 By the end: You'll have a working API you can show off!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📚 Summary: FastAPI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🎯 Key Takeaways: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✅ API = Messenger between applications</a:t>
            </a:r>
          </a:p>
          <a:p>
            <a:pPr>
              <a:spcAft>
                <a:spcPts val="600"/>
              </a:spcAft>
              <a:defRPr sz="1600"/>
            </a:pPr>
            <a:r>
              <a:t>✅ FastAPI = Modern, fast, easy Python API framework</a:t>
            </a:r>
          </a:p>
          <a:p>
            <a:pPr>
              <a:spcAft>
                <a:spcPts val="600"/>
              </a:spcAft>
              <a:defRPr sz="1600"/>
            </a:pPr>
            <a:r>
              <a:t>✅ Endpoints = Specific URLs that do specific jobs</a:t>
            </a:r>
          </a:p>
          <a:p>
            <a:pPr>
              <a:spcAft>
                <a:spcPts val="600"/>
              </a:spcAft>
              <a:defRPr sz="1600"/>
            </a:pPr>
            <a:r>
              <a:t>✅ HTTP Methods: GET (read), POST (create), PUT (update), DELETE (remove)</a:t>
            </a:r>
          </a:p>
          <a:p>
            <a:pPr>
              <a:spcAft>
                <a:spcPts val="600"/>
              </a:spcAft>
              <a:defRPr sz="1600"/>
            </a:pPr>
            <a:r>
              <a:t>✅ Path parameters = Required info in URL</a:t>
            </a:r>
          </a:p>
          <a:p>
            <a:pPr>
              <a:spcAft>
                <a:spcPts val="600"/>
              </a:spcAft>
              <a:defRPr sz="1600"/>
            </a:pPr>
            <a:r>
              <a:t>✅ Query parameters = Optional filters</a:t>
            </a:r>
          </a:p>
          <a:p>
            <a:pPr>
              <a:spcAft>
                <a:spcPts val="600"/>
              </a:spcAft>
              <a:defRPr sz="1600"/>
            </a:pPr>
            <a:r>
              <a:t>✅ Pydantic = Automatic data validation</a:t>
            </a:r>
          </a:p>
          <a:p>
            <a:pPr>
              <a:spcAft>
                <a:spcPts val="600"/>
              </a:spcAft>
              <a:defRPr sz="1600"/>
            </a:pPr>
            <a:r>
              <a:t>✅ Swagger UI = Free interactive documentation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🚀 Next Up: Hands-on notebook to build your first API!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💪 You've got this! Let's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08080"/>
                </a:solidFill>
              </a:defRPr>
            </a:pPr>
            <a:r>
              <a:t>Week 17 - Day 1 | AI Bootcamp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