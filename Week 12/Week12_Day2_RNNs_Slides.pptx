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7940" y="1351359"/>
            <a:ext cx="55281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Recurrent Neural Networks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145009" y="2913459"/>
            <a:ext cx="685398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spcAft>
                <a:spcPts val="3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Sequential Data with RNNs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4382839"/>
            <a:ext cx="288337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12 - Day 2 | AI Bootcamp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4993767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Why Sequential Data?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Traditional neural networks can't handle sequences!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4732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treat each input independently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882825"/>
            <a:ext cx="7620000" cy="1809750"/>
          </a:xfrm>
          <a:prstGeom prst="roundRect">
            <a:avLst>
              <a:gd name="adj" fmla="val 421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1050" y="1882825"/>
            <a:ext cx="0" cy="1809750"/>
          </a:xfrm>
          <a:prstGeom prst="line">
            <a:avLst/>
          </a:prstGeom>
          <a:noFill/>
          <a:ln w="38100">
            <a:solidFill>
              <a:srgbClr val="48BB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2975" y="20638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Sequential Data Examples: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2975" y="2368600"/>
            <a:ext cx="729615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Text: "I love AI" → order matters!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series: Stock prices over time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Speech: Words in a sentence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Video: Frames in sequence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2000" y="3835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Key insight: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 from previous inputs matters!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7432358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Enter: Recurrent Neural Networks!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RNNs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Neural networks with memory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494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4875" y="173042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Core Idea: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output from previous step as additional input for current step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29240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04875" y="247337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Hidden State: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RNN "memory" that carries information forward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0353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4875" y="321632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Recurrence: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weights used at every time step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7783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Network can process sequences of any length! 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4080510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RNN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time step t: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78025"/>
            <a:ext cx="7620000" cy="1543050"/>
          </a:xfrm>
          <a:prstGeom prst="roundRect">
            <a:avLst>
              <a:gd name="adj" fmla="val 4938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578025"/>
            <a:ext cx="0" cy="154305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17590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x_t (current input)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2975" y="20638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state: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h_(t-1)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2975" y="23686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h_t = tanh(W_hh × h_(t-1) + W_xh × x_t)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2975" y="26734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y_t = W_hy × h_t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2639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Key Components: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3568750"/>
            <a:ext cx="76200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h_t: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Hidden state (RNN memory)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W_hh: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Hidden-to-hidden weights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W_xh: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Input-to-hidden weights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4070794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Unrolling an RNN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"Unrolling"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Visualizing RNN across time steps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78025"/>
            <a:ext cx="7620000" cy="1543050"/>
          </a:xfrm>
          <a:prstGeom prst="roundRect">
            <a:avLst>
              <a:gd name="adj" fmla="val 493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4875" y="1759000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Processing "I love AI"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04875" y="2063800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1: Input "I" → h_1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04875" y="2368600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2: Input "love" + h_1 → h_2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04875" y="2673400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3: Input "AI" + h_2 → h_3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32639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Same RNN cell, different time steps!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5687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Each step: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Combines current input with previous memory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6528816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Forward Propagation in RNNs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process: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30400"/>
            <a:ext cx="7620000" cy="57150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168280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Initialize h_0 (usually zeros)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197150"/>
            <a:ext cx="7620000" cy="57150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6300" y="234955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each time step, compute h_t using x_t and h_(t-1)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863900"/>
            <a:ext cx="7620000" cy="57150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76300" y="301630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output y_t from h_t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530650"/>
            <a:ext cx="7620000" cy="57150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6300" y="368305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 h_t to next time step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41974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Result: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Sequence of outputs, each influenced by all previous inputs!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6412230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Real-World RNN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Generation: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Writing stories, code, poetry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4732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Recognition: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Converting audio to text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7780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Translation: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English → Spanish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0828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Understanding emotions in reviews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3876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Forecasting: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Stock price prediction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692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Generation: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Composing melodies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95916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RNN Limitations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620000" cy="933450"/>
          </a:xfrm>
          <a:prstGeom prst="roundRect">
            <a:avLst>
              <a:gd name="adj" fmla="val 8163"/>
            </a:avLst>
          </a:prstGeom>
          <a:solidFill>
            <a:srgbClr val="FF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1050" y="1168450"/>
            <a:ext cx="0" cy="933450"/>
          </a:xfrm>
          <a:prstGeom prst="line">
            <a:avLst/>
          </a:prstGeom>
          <a:noFill/>
          <a:ln w="38100">
            <a:solidFill>
              <a:srgbClr val="F565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2975" y="134942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Vanishing Gradient Problem: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2975" y="165422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learn long-term dependencies (gradients become tiny)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216200"/>
            <a:ext cx="7620000" cy="933450"/>
          </a:xfrm>
          <a:prstGeom prst="roundRect">
            <a:avLst>
              <a:gd name="adj" fmla="val 8163"/>
            </a:avLst>
          </a:prstGeom>
          <a:solidFill>
            <a:srgbClr val="FF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81050" y="2216200"/>
            <a:ext cx="0" cy="933450"/>
          </a:xfrm>
          <a:prstGeom prst="line">
            <a:avLst/>
          </a:prstGeom>
          <a:noFill/>
          <a:ln w="38100">
            <a:solidFill>
              <a:srgbClr val="F565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2975" y="239717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Sequential Processing: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2975" y="270197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parallelize → Slow training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3263950"/>
            <a:ext cx="7620000" cy="933450"/>
          </a:xfrm>
          <a:prstGeom prst="roundRect">
            <a:avLst>
              <a:gd name="adj" fmla="val 816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81050" y="3263950"/>
            <a:ext cx="0" cy="933450"/>
          </a:xfrm>
          <a:prstGeom prst="line">
            <a:avLst/>
          </a:prstGeom>
          <a:noFill/>
          <a:ln w="38100">
            <a:solidFill>
              <a:srgbClr val="48B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2975" y="344492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Solution Coming Tomorrow: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2975" y="374972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LSTMs and GRUs solve the vanishing gradient problem!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4158234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Today's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52500" y="1549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RNNs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 sequential data with memory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930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states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carry information forward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2500" y="2311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Unrolling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visualizes RNN across 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2692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Text, speech, time series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1496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4875" y="333062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Next: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RNNs in PyTorch! Hands-on coding time!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2025-11-25T07:53:30Z</dcterms:created>
  <dcterms:modified xsi:type="dcterms:W3CDTF">2025-11-25T07:53:30Z</dcterms:modified>
</cp:coreProperties>
</file>