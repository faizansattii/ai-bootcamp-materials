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3212" y="1694259"/>
            <a:ext cx="6197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LSTMs &amp; GRUs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42766" y="2570559"/>
            <a:ext cx="74584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spcAft>
                <a:spcPts val="3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RNNs for Long-Term Dependencies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0" y="4382839"/>
            <a:ext cx="288337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12 - Day 3 | AI Bootcamp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7034022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The Vanishing Gradient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 RNNs struggle with long sequences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549450"/>
            <a:ext cx="7620000" cy="1238250"/>
          </a:xfrm>
          <a:prstGeom prst="roundRect">
            <a:avLst>
              <a:gd name="adj" fmla="val 6154"/>
            </a:avLst>
          </a:prstGeom>
          <a:solidFill>
            <a:srgbClr val="FF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1050" y="1549450"/>
            <a:ext cx="0" cy="1238250"/>
          </a:xfrm>
          <a:prstGeom prst="line">
            <a:avLst/>
          </a:prstGeom>
          <a:noFill/>
          <a:ln w="38100">
            <a:solidFill>
              <a:srgbClr val="F565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1730425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What Happens: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2975" y="2035225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Gradients become extremely small during backpropagation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2975" y="2340025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from distant past gets "forgotten"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90200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Example: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sentence "The cat, which was very hungry, ate"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206800"/>
            <a:ext cx="73837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forgets "cat" is singular by the time it reaches "ate"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351160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Solution: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LSTMs and GRUs!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95916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Enter: LSTM!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Long Short-Term Memory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54945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1050" y="1549450"/>
            <a:ext cx="0" cy="628650"/>
          </a:xfrm>
          <a:prstGeom prst="line">
            <a:avLst/>
          </a:prstGeom>
          <a:noFill/>
          <a:ln w="38100">
            <a:solidFill>
              <a:srgbClr val="48BB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1730425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Key Innovation: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Gates that control information flow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29240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81050" y="2292400"/>
            <a:ext cx="0" cy="628650"/>
          </a:xfrm>
          <a:prstGeom prst="line">
            <a:avLst/>
          </a:prstGeom>
          <a:noFill/>
          <a:ln w="38100">
            <a:solidFill>
              <a:srgbClr val="48BB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2975" y="2473375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Cell State: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Separate memory that runs through entire sequence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03535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81050" y="3035350"/>
            <a:ext cx="0" cy="628650"/>
          </a:xfrm>
          <a:prstGeom prst="line">
            <a:avLst/>
          </a:prstGeom>
          <a:noFill/>
          <a:ln w="38100">
            <a:solidFill>
              <a:srgbClr val="48BB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975" y="3216325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Three Gates: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Forget, Input, and Output gates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2000" y="377830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Result: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remember information for very long periods!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5100638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LSTM Gates Explained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620000" cy="876300"/>
          </a:xfrm>
          <a:prstGeom prst="roundRect">
            <a:avLst>
              <a:gd name="adj" fmla="val 8696"/>
            </a:avLst>
          </a:prstGeom>
          <a:solidFill>
            <a:srgbClr val="F8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76300" y="1320850"/>
            <a:ext cx="7539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Forget Gate: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Decides what to forget from cell state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2050" y="1625650"/>
            <a:ext cx="72477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"Should I forget old subject?"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140000"/>
            <a:ext cx="7620000" cy="876300"/>
          </a:xfrm>
          <a:prstGeom prst="roundRect">
            <a:avLst>
              <a:gd name="adj" fmla="val 8696"/>
            </a:avLst>
          </a:prstGeom>
          <a:solidFill>
            <a:srgbClr val="F8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6300" y="2292400"/>
            <a:ext cx="7539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Input Gate: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Decides what new info to add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2050" y="2597200"/>
            <a:ext cx="72477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"Should I remember this new word?"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3111550"/>
            <a:ext cx="7620000" cy="876300"/>
          </a:xfrm>
          <a:prstGeom prst="roundRect">
            <a:avLst>
              <a:gd name="adj" fmla="val 8696"/>
            </a:avLst>
          </a:prstGeom>
          <a:solidFill>
            <a:srgbClr val="F8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6300" y="3263950"/>
            <a:ext cx="7539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Output Gate: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Decides what to output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62050" y="3568750"/>
            <a:ext cx="72477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I tell the next layer?"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408310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Gates use sigmoid: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Values 0-1 (0=block all, 1=let all through)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7072884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How LSTM Works (Step-by-Step)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620000" cy="533400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81050" y="1168450"/>
            <a:ext cx="0" cy="53340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5350" y="1301800"/>
            <a:ext cx="7539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Forget Gate decides what to discard from cell state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1778050"/>
            <a:ext cx="7620000" cy="533400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81050" y="1778050"/>
            <a:ext cx="0" cy="53340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5350" y="1911400"/>
            <a:ext cx="7539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Input Gate decides what new info to store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387650"/>
            <a:ext cx="7620000" cy="533400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81050" y="2387650"/>
            <a:ext cx="0" cy="53340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5350" y="2521000"/>
            <a:ext cx="7539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Update cell state (forget old + add new)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2997250"/>
            <a:ext cx="7620000" cy="533400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81050" y="2997250"/>
            <a:ext cx="0" cy="53340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350" y="3130600"/>
            <a:ext cx="7539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Output Gate filters cell state for output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2000" y="36068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Cell state flows through with minimal changes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7750" y="3911650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solves vanishing gradient!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503262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GRU: Simplified LSTM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Gated Recurrent Unit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54945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4875" y="1730425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Key Idea: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Simpler than LSTM, but similar performance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29240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04875" y="2473375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Only 2 Gates: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Reset gate and Update gate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03535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4875" y="3216325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Faster: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Fewer parameters, trains quicker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77830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When to use: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GRU first, use LSTM if you need more capacity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5907024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LSTM vs GRU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473250"/>
            <a:ext cx="76200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gates (forget, input, output)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cell state and hidden state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parameters, more capacity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for complex sequences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2692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997250"/>
            <a:ext cx="76200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gates (reset, update)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hidden state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parameters, faster training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most tasks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5401818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Real-World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Assistants: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Siri, Alexa, Google Assistant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4732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Translation: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Translate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7780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Generation: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Story writing, code completion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0828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 reviews, social media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3876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Generation: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Composing melodies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692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Prediction: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 series forecasting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4158234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Today's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52500" y="1549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Vanishing gradient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 in RNNs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930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LSTMs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gates to control memory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2500" y="2311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GRUs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simpler, faster alternatives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500" y="2692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Both solve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dependencies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14965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4875" y="3330625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Next: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LSTM text generator in PyTorch!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2025-11-25T10:11:27Z</dcterms:created>
  <dcterms:modified xsi:type="dcterms:W3CDTF">2025-11-25T10:11:27Z</dcterms:modified>
</cp:coreProperties>
</file>