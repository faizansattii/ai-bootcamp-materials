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606" y="1694259"/>
            <a:ext cx="75947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Introduction to NLP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83339" y="2570559"/>
            <a:ext cx="71771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spcAft>
                <a:spcPts val="3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Processing Fundamentals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0" y="4382839"/>
            <a:ext cx="288337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12 - Day 1 | AI Bootcamp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4566285" cy="81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What is Natural Language Processing?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574899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pPr algn="l" indent="0" marL="0">
              <a:lnSpc>
                <a:spcPts val="2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pPr algn="l" indent="0" marL="0">
              <a:lnSpc>
                <a:spcPts val="2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Teaching computers to understand human language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968550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pPr algn="l" indent="0" marL="0">
              <a:lnSpc>
                <a:spcPts val="2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lnSpc>
                <a:spcPts val="2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Bridge the gap between human communication and machine understanding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2362200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pPr algn="l" indent="0" marL="0">
              <a:lnSpc>
                <a:spcPts val="2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2813000"/>
            <a:ext cx="72390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Siri/Alexa understanding your voice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auto-completing sentences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 answering questions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Translate converting languages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5693283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 Text Preprocessing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Computers need clean, structured text!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578025"/>
            <a:ext cx="7620000" cy="838200"/>
          </a:xfrm>
          <a:prstGeom prst="roundRect">
            <a:avLst>
              <a:gd name="adj" fmla="val 9091"/>
            </a:avLst>
          </a:prstGeom>
          <a:solidFill>
            <a:srgbClr val="F8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711375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Tokenization: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Breaking text into words/sentences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7250" y="2016175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love AI!" → ["I", "love", "AI", "!"]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559100"/>
            <a:ext cx="7620000" cy="838200"/>
          </a:xfrm>
          <a:prstGeom prst="roundRect">
            <a:avLst>
              <a:gd name="adj" fmla="val 9091"/>
            </a:avLst>
          </a:prstGeom>
          <a:solidFill>
            <a:srgbClr val="F8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7250" y="2692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Lowercasing: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Treating "AI" and "ai" as same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7250" y="29972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"Hello World" → "hello world"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540175"/>
            <a:ext cx="7620000" cy="838200"/>
          </a:xfrm>
          <a:prstGeom prst="roundRect">
            <a:avLst>
              <a:gd name="adj" fmla="val 9091"/>
            </a:avLst>
          </a:prstGeom>
          <a:solidFill>
            <a:srgbClr val="F8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7250" y="3673525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Remove Stopwords: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Delete common words like "the", "is"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7250" y="3978325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cat is cute" → "cat cute"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95916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Lemmatization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Converting words to their base/dictionary form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578025"/>
            <a:ext cx="7620000" cy="1809750"/>
          </a:xfrm>
          <a:prstGeom prst="roundRect">
            <a:avLst>
              <a:gd name="adj" fmla="val 421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1050" y="1578025"/>
            <a:ext cx="0" cy="1809750"/>
          </a:xfrm>
          <a:prstGeom prst="line">
            <a:avLst/>
          </a:prstGeom>
          <a:noFill/>
          <a:ln w="38100">
            <a:solidFill>
              <a:srgbClr val="48BB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17590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Examples: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2975" y="2063800"/>
            <a:ext cx="729615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"running" → "run"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"better" → "good"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"caring" → "care"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"studies" → "study"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2000" y="3530650"/>
            <a:ext cx="7772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Why it matters: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Helps the model understand that "run", "running", and "ran" mean the same thing!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4653725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👜 Bag of Words (BoW)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Represent text as word frequency counts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578025"/>
            <a:ext cx="7620000" cy="2457450"/>
          </a:xfrm>
          <a:prstGeom prst="roundRect">
            <a:avLst>
              <a:gd name="adj" fmla="val 3101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1050" y="1578025"/>
            <a:ext cx="0" cy="245745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17590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2975" y="20638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Doc1: "I love AI. AI is cool."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2975" y="23686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Doc2: "I love coding."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2975" y="26734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 vectors: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2975" y="29782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Vocabulary: [I, love, AI, is, cool, coding]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42975" y="32830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Doc1: [1, 1, 2, 1, 1, 0]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2975" y="35878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Doc2: [1, 1, 0, 0, 0, 1]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2000" y="41783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Ignores word order &amp; context!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5722430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TF-IDF (Better than BoW!)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Term Frequency × Inverse Document Frequency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54945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4875" y="1730425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Goal: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Highlight important words, downweight common ones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29240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04875" y="2473375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often does a word appear in THIS document?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03535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4875" y="3216325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IDF: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this word rare across ALL documents?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77830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Words like "AI" score high, "the" scores low!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5829300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Word Embeddings (Part 1)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620000" cy="1181100"/>
          </a:xfrm>
          <a:prstGeom prst="roundRect">
            <a:avLst>
              <a:gd name="adj" fmla="val 6452"/>
            </a:avLst>
          </a:prstGeom>
          <a:solidFill>
            <a:srgbClr val="FF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81050" y="1168450"/>
            <a:ext cx="0" cy="1181100"/>
          </a:xfrm>
          <a:prstGeom prst="line">
            <a:avLst/>
          </a:prstGeom>
          <a:noFill/>
          <a:ln w="38100">
            <a:solidFill>
              <a:srgbClr val="F565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20850"/>
            <a:ext cx="7500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Problem with BoW/TF-IDF: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625650"/>
            <a:ext cx="7500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"king" and "queen" are treated as completely different!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930450"/>
            <a:ext cx="7500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they're related concepts...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492425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Embeddings!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797225"/>
            <a:ext cx="7772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Represent words as dense vectors (numbers) where similar words have similar vectors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368725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 of [0, 1, 0, 0, 0], word "king" becomes [0.2, 0.8, -0.3, 0.5]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5168646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Word2Vec 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popular algorithm to create word embeddings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14732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Core principle: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"Words that appear in similar contexts have similar meanings"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882825"/>
            <a:ext cx="7620000" cy="1238250"/>
          </a:xfrm>
          <a:prstGeom prst="roundRect">
            <a:avLst>
              <a:gd name="adj" fmla="val 615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1050" y="1882825"/>
            <a:ext cx="0" cy="1238250"/>
          </a:xfrm>
          <a:prstGeom prst="line">
            <a:avLst/>
          </a:prstGeom>
          <a:noFill/>
          <a:ln w="38100">
            <a:solidFill>
              <a:srgbClr val="48BB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2975" y="20638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The Magic: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2975" y="23686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- man + woman ≈ queen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2975" y="2673400"/>
            <a:ext cx="7442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Paris - France + Germany ≈ Berlin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2639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We'll use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Word2Vec models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today!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35687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Billions of words from Google News, Wikipedia, etc.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4158234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2250"/>
              </a:spcAft>
              <a:buNone/>
            </a:pPr>
            <a:r>
              <a:rPr lang="en-US" sz="3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Today's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684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52500" y="1549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teaches computers to understand human language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930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cleans text (tokenization, lemmatization)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2500" y="2311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counts word frequency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500" y="2692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highlights important words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500" y="3073450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captures word meaning in vectors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3530650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04875" y="3711625"/>
            <a:ext cx="7480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Next: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Hands-on notebook to practice everything!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2025-11-25T07:48:04Z</dcterms:created>
  <dcterms:modified xsi:type="dcterms:W3CDTF">2025-11-25T07:48:04Z</dcterms:modified>
</cp:coreProperties>
</file>