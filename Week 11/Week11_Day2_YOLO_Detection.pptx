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Object Detection</a:t>
            </a:r>
            <a:br/>
            <a:r>
              <a:t>with YOLO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Detect Multiple Objects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11 -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Classification vs Detection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📸 Classification: "What is in this image?"</a:t>
            </a:r>
          </a:p>
          <a:p>
            <a:pPr lvl="1">
              <a:spcAft>
                <a:spcPts val="600"/>
              </a:spcAft>
              <a:defRPr sz="1800"/>
            </a:pPr>
            <a:r>
              <a:t>   • Output: Single label (e.g., 'cat')</a:t>
            </a:r>
          </a:p>
          <a:p>
            <a:pPr lvl="1">
              <a:spcAft>
                <a:spcPts val="600"/>
              </a:spcAft>
              <a:defRPr sz="1800"/>
            </a:pPr>
            <a:r>
              <a:t>   • Entire image → one prediction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📦 Object Detection: "What &amp; Where?"</a:t>
            </a:r>
          </a:p>
          <a:p>
            <a:pPr lvl="1">
              <a:spcAft>
                <a:spcPts val="600"/>
              </a:spcAft>
              <a:defRPr sz="1800"/>
            </a:pPr>
            <a:r>
              <a:t>   • Output: Multiple objects with bounding boxes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Predicts: Class + Location (x, y, width, height)</a:t>
            </a:r>
          </a:p>
          <a:p>
            <a:pPr lvl="1">
              <a:spcAft>
                <a:spcPts val="600"/>
              </a:spcAft>
              <a:defRPr sz="1800"/>
            </a:pPr>
            <a:r>
              <a:t>   • Multiple objects in one image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Example: Photo with 3 people, 2 cars, 1 dog → Detect all 6!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Object Detection Challenges 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❓ Why is detection harder than classification?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🔹 Multiple objects per image</a:t>
            </a:r>
          </a:p>
          <a:p>
            <a:pPr>
              <a:spcAft>
                <a:spcPts val="600"/>
              </a:spcAft>
              <a:defRPr sz="1800"/>
            </a:pPr>
            <a:r>
              <a:t>🔹 Different sizes (tiny car vs large building)</a:t>
            </a:r>
          </a:p>
          <a:p>
            <a:pPr>
              <a:spcAft>
                <a:spcPts val="600"/>
              </a:spcAft>
              <a:defRPr sz="1800"/>
            </a:pPr>
            <a:r>
              <a:t>🔹 Overlapping objects (occlusion)</a:t>
            </a:r>
          </a:p>
          <a:p>
            <a:pPr>
              <a:spcAft>
                <a:spcPts val="600"/>
              </a:spcAft>
              <a:defRPr sz="1800"/>
            </a:pPr>
            <a:r>
              <a:t>🔹 Must predict location + class</a:t>
            </a:r>
          </a:p>
          <a:p>
            <a:pPr>
              <a:spcAft>
                <a:spcPts val="600"/>
              </a:spcAft>
              <a:defRPr sz="1800"/>
            </a:pPr>
            <a:r>
              <a:t>🔹 Real-time requirement (30+ FPS for video)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YOLO solves these challenges efficiently!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YOLO?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🚀 YOLO = You Only Look Once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Key Idea:</a:t>
            </a:r>
          </a:p>
          <a:p>
            <a:pPr lvl="1">
              <a:spcAft>
                <a:spcPts val="600"/>
              </a:spcAft>
              <a:defRPr sz="1800"/>
            </a:pPr>
            <a:r>
              <a:t>   • Single neural network looks at entire image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Predicts all bounding boxes + classes in one pass</a:t>
            </a:r>
          </a:p>
          <a:p>
            <a:pPr lvl="1">
              <a:spcAft>
                <a:spcPts val="600"/>
              </a:spcAft>
              <a:defRPr sz="1800"/>
            </a:pPr>
            <a:r>
              <a:t>   • Super fast: 30-60 FPS (real-time!)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📊 Evolution:</a:t>
            </a:r>
          </a:p>
          <a:p>
            <a:pPr lvl="1">
              <a:spcAft>
                <a:spcPts val="600"/>
              </a:spcAft>
              <a:defRPr sz="1800"/>
            </a:pPr>
            <a:r>
              <a:t>   • YOLOv1 (2015) → YOLOv8 (2023)</a:t>
            </a:r>
          </a:p>
          <a:p>
            <a:pPr lvl="1">
              <a:spcAft>
                <a:spcPts val="600"/>
              </a:spcAft>
              <a:defRPr sz="1800"/>
            </a:pPr>
            <a:r>
              <a:t>   • Each version: Faster + More accurate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How YOLO Works (High-Level) 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🎯 YOLO's Approach (Simplified):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1️⃣ Divide image into grid (e.g., 7×7 = 49 cells)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2️⃣ Each cell predicts:</a:t>
            </a:r>
          </a:p>
          <a:p>
            <a:pPr lvl="1">
              <a:spcAft>
                <a:spcPts val="600"/>
              </a:spcAft>
              <a:defRPr sz="1800"/>
            </a:pPr>
            <a:r>
              <a:t>   • Bounding boxes (x, y, width, height)</a:t>
            </a:r>
          </a:p>
          <a:p>
            <a:pPr lvl="1">
              <a:spcAft>
                <a:spcPts val="600"/>
              </a:spcAft>
              <a:defRPr sz="1800"/>
            </a:pPr>
            <a:r>
              <a:t>   • Confidence score (0-1)</a:t>
            </a:r>
          </a:p>
          <a:p>
            <a:pPr lvl="1">
              <a:spcAft>
                <a:spcPts val="600"/>
              </a:spcAft>
              <a:defRPr sz="1800"/>
            </a:pPr>
            <a:r>
              <a:t>   • Class probabilities (cat, dog, car, etc.)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3️⃣ Combine predictions across all cells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4️⃣ Remove duplicates (Non-Maximum Suppression)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Bounding Boxes &amp; Confidence 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📦 Bounding Box = Rectangle around object</a:t>
            </a:r>
          </a:p>
          <a:p>
            <a:pPr lvl="1">
              <a:spcAft>
                <a:spcPts val="600"/>
              </a:spcAft>
              <a:defRPr sz="1800"/>
            </a:pPr>
            <a:r>
              <a:t>   • Format: (x, y, width, height)</a:t>
            </a:r>
          </a:p>
          <a:p>
            <a:pPr lvl="1">
              <a:spcAft>
                <a:spcPts val="600"/>
              </a:spcAft>
              <a:defRPr sz="1800"/>
            </a:pPr>
            <a:r>
              <a:t>   • x, y = center coordinates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Confidence Score = How sure is the model?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Range: 0.0 to 1.0</a:t>
            </a:r>
          </a:p>
          <a:p>
            <a:pPr lvl="1">
              <a:spcAft>
                <a:spcPts val="600"/>
              </a:spcAft>
              <a:defRPr sz="1800"/>
            </a:pPr>
            <a:r>
              <a:t>   • 0.9 = 90% confident</a:t>
            </a:r>
          </a:p>
          <a:p>
            <a:pPr lvl="1">
              <a:spcAft>
                <a:spcPts val="600"/>
              </a:spcAft>
              <a:defRPr sz="1800"/>
            </a:pPr>
            <a:r>
              <a:t>   • Threshold: Keep boxes above 0.5 (typical)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🏷️ Class Label = What object it is</a:t>
            </a:r>
          </a:p>
          <a:p>
            <a:pPr lvl="1">
              <a:spcAft>
                <a:spcPts val="600"/>
              </a:spcAft>
              <a:defRPr sz="1800"/>
            </a:pPr>
            <a:r>
              <a:t>   • Person, car, dog, bicycle,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Non-Maximum Suppression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❓ Problem: Multiple boxes for same object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Solution: Non-Maximum Suppression (NMS)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🔧 How NMS Works:</a:t>
            </a:r>
          </a:p>
          <a:p>
            <a:pPr>
              <a:spcAft>
                <a:spcPts val="600"/>
              </a:spcAft>
              <a:defRPr sz="1800"/>
            </a:pPr>
            <a:r>
              <a:t>1. Keep box with highest confidence</a:t>
            </a:r>
          </a:p>
          <a:p>
            <a:pPr>
              <a:spcAft>
                <a:spcPts val="600"/>
              </a:spcAft>
              <a:defRPr sz="1800"/>
            </a:pPr>
            <a:r>
              <a:t>2. Remove overlapping boxes (IoU &gt; threshold)</a:t>
            </a:r>
          </a:p>
          <a:p>
            <a:pPr>
              <a:spcAft>
                <a:spcPts val="600"/>
              </a:spcAft>
              <a:defRPr sz="1800"/>
            </a:pPr>
            <a:r>
              <a:t>3. Repeat for all objects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📊 Result: One box per object (clean output!)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Ultralytics YOLO Library 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📦 Ultralytics = Easy-to-use YOLO implementation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Why Ultralytics?</a:t>
            </a:r>
          </a:p>
          <a:p>
            <a:pPr lvl="1">
              <a:spcAft>
                <a:spcPts val="600"/>
              </a:spcAft>
              <a:defRPr sz="1800"/>
            </a:pPr>
            <a:r>
              <a:t>   • 2-3 lines of code to detect objects!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Pre-trained on COCO dataset (80 classes)</a:t>
            </a:r>
          </a:p>
          <a:p>
            <a:pPr lvl="1">
              <a:spcAft>
                <a:spcPts val="600"/>
              </a:spcAft>
              <a:defRPr sz="1800"/>
            </a:pPr>
            <a:r>
              <a:t>   • Works on images, videos, webcam</a:t>
            </a:r>
          </a:p>
          <a:p>
            <a:pPr lvl="1">
              <a:spcAft>
                <a:spcPts val="600"/>
              </a:spcAft>
              <a:defRPr sz="1800"/>
            </a:pPr>
            <a:r>
              <a:t>   • Built-in visualization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🚀 Installation: pip install ultralytics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Perfect for beginners + production!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Evaluation Metrics (Brief)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📊 How to measure detection quality?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IoU (Intersection over Union)</a:t>
            </a:r>
          </a:p>
          <a:p>
            <a:pPr lvl="1">
              <a:spcAft>
                <a:spcPts val="600"/>
              </a:spcAft>
              <a:defRPr sz="1800"/>
            </a:pPr>
            <a:r>
              <a:t>   • Overlap between predicted &amp; ground truth box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Range: 0.0 (no overlap) to 1.0 (perfect match)</a:t>
            </a:r>
          </a:p>
          <a:p>
            <a:pPr lvl="1">
              <a:spcAft>
                <a:spcPts val="600"/>
              </a:spcAft>
              <a:defRPr sz="1800"/>
            </a:pPr>
            <a:r>
              <a:t>   • Good detection: IoU &gt; 0.5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🏆 mAP (mean Average Precision)</a:t>
            </a:r>
          </a:p>
          <a:p>
            <a:pPr lvl="1">
              <a:spcAft>
                <a:spcPts val="600"/>
              </a:spcAft>
              <a:defRPr sz="1800"/>
            </a:pPr>
            <a:r>
              <a:t>   • Overall detection accuracy across all classes</a:t>
            </a:r>
          </a:p>
          <a:p>
            <a:pPr lvl="1">
              <a:spcAft>
                <a:spcPts val="600"/>
              </a:spcAft>
              <a:defRPr sz="1800"/>
            </a:pPr>
            <a:r>
              <a:t>   • Higher is better (0.0 to 1.0)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Key Takeaways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✅ Detection = Classification + Localization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YOLO = Fast, single-pass detection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Predicts: Bounding boxes + Classes + Confidence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NMS removes duplicate boxes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Ultralytics makes YOLO super easy!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🚀 Let's detect objects in the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