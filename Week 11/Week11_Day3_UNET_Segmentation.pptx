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Semantic Segmentation</a:t>
            </a:r>
            <a:br/>
            <a:r>
              <a:t>with UNET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Pixel-Level Understanding of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Week 11 - Day 3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What is Semantic Segmentation?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🎯 Pixel-level classification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📸 Classification: "Is this a cat?" → Yes/No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📦 Detection: "Where are the cats?" → Bounding boxes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🎨 Segmentation: "Which pixels are cat?" → Pixel mask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💡 Every pixel gets a label (background, person, car, etc.)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🔥 Result: Colored mask showing exact object boundaries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Real-World Applications 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🏥 Medical Imaging:</a:t>
            </a:r>
          </a:p>
          <a:p>
            <a:pPr lvl="1">
              <a:spcAft>
                <a:spcPts val="600"/>
              </a:spcAft>
              <a:defRPr sz="1800"/>
            </a:pPr>
            <a:r>
              <a:t>   • Tumor detection in MRI/CT scans</a:t>
            </a:r>
          </a:p>
          <a:p>
            <a:pPr lvl="1">
              <a:spcAft>
                <a:spcPts val="600"/>
              </a:spcAft>
              <a:defRPr sz="1800"/>
            </a:pPr>
            <a:r>
              <a:t>   • Organ segmentation for surgery planning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🚗 Autonomous Driving:</a:t>
            </a:r>
          </a:p>
          <a:p>
            <a:pPr lvl="1">
              <a:spcAft>
                <a:spcPts val="600"/>
              </a:spcAft>
              <a:defRPr sz="1800"/>
            </a:pPr>
            <a:r>
              <a:t>   • Road, sidewalk, vehicle segmentation</a:t>
            </a:r>
          </a:p>
          <a:p>
            <a:pPr lvl="1">
              <a:spcAft>
                <a:spcPts val="600"/>
              </a:spcAft>
              <a:defRPr sz="1800"/>
            </a:pPr>
            <a:r>
              <a:t>   • Pedestrian and obstacle detection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🛰️ Satellite Imagery:</a:t>
            </a:r>
          </a:p>
          <a:p>
            <a:pPr lvl="1">
              <a:spcAft>
                <a:spcPts val="600"/>
              </a:spcAft>
              <a:defRPr sz="1800"/>
            </a:pPr>
            <a:r>
              <a:t>   • Land use classification</a:t>
            </a:r>
          </a:p>
          <a:p>
            <a:pPr lvl="1">
              <a:spcAft>
                <a:spcPts val="600"/>
              </a:spcAft>
              <a:defRPr sz="1800"/>
            </a:pPr>
            <a:r>
              <a:t>   • Crop health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Semantic vs Instance Segmentation 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🎨 Semantic Segmentation:</a:t>
            </a:r>
          </a:p>
          <a:p>
            <a:pPr lvl="1">
              <a:spcAft>
                <a:spcPts val="600"/>
              </a:spcAft>
              <a:defRPr sz="1800"/>
            </a:pPr>
            <a:r>
              <a:t>   • Labels all pixels of same class together</a:t>
            </a:r>
          </a:p>
          <a:p>
            <a:pPr lvl="1">
              <a:spcAft>
                <a:spcPts val="600"/>
              </a:spcAft>
              <a:defRPr sz="1800"/>
            </a:pPr>
            <a:r>
              <a:t>   • Example: All people pixels = 'person'</a:t>
            </a:r>
          </a:p>
          <a:p>
            <a:pPr lvl="1">
              <a:spcAft>
                <a:spcPts val="600"/>
              </a:spcAft>
              <a:defRPr sz="1800"/>
            </a:pPr>
            <a:r>
              <a:t>   • Can't distinguish between individuals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👥 Instance Segmentation:</a:t>
            </a:r>
          </a:p>
          <a:p>
            <a:pPr lvl="1">
              <a:spcAft>
                <a:spcPts val="600"/>
              </a:spcAft>
              <a:defRPr sz="1800"/>
            </a:pPr>
            <a:r>
              <a:t>   • Separates individual objects</a:t>
            </a:r>
          </a:p>
          <a:p>
            <a:pPr lvl="1">
              <a:spcAft>
                <a:spcPts val="600"/>
              </a:spcAft>
              <a:defRPr sz="1800"/>
            </a:pPr>
            <a:r>
              <a:t>   • Example: person1, person2, person3</a:t>
            </a:r>
          </a:p>
          <a:p>
            <a:pPr lvl="1">
              <a:spcAft>
                <a:spcPts val="600"/>
              </a:spcAft>
              <a:defRPr sz="1800"/>
            </a:pPr>
            <a:r>
              <a:t>   • More complex, slower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💡 Today we focus on Semantic Segmentation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Encoder-Decoder Concept 🏗️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🧠 Two-Part Architecture: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📥 Encoder (Downsampling Path):</a:t>
            </a:r>
          </a:p>
          <a:p>
            <a:pPr lvl="1">
              <a:spcAft>
                <a:spcPts val="600"/>
              </a:spcAft>
              <a:defRPr sz="1800"/>
            </a:pPr>
            <a:r>
              <a:t>   • Extract features from image</a:t>
            </a:r>
          </a:p>
          <a:p>
            <a:pPr lvl="1">
              <a:spcAft>
                <a:spcPts val="600"/>
              </a:spcAft>
              <a:defRPr sz="1800"/>
            </a:pPr>
            <a:r>
              <a:t>   • Reduce spatial dimensions</a:t>
            </a:r>
          </a:p>
          <a:p>
            <a:pPr lvl="1">
              <a:spcAft>
                <a:spcPts val="600"/>
              </a:spcAft>
              <a:defRPr sz="1800"/>
            </a:pPr>
            <a:r>
              <a:t>   • Capture 'what' is in the image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📤 Decoder (Upsampling Path):</a:t>
            </a:r>
          </a:p>
          <a:p>
            <a:pPr lvl="1">
              <a:spcAft>
                <a:spcPts val="600"/>
              </a:spcAft>
              <a:defRPr sz="1800"/>
            </a:pPr>
            <a:r>
              <a:t>   • Reconstruct spatial dimensions</a:t>
            </a:r>
          </a:p>
          <a:p>
            <a:pPr lvl="1">
              <a:spcAft>
                <a:spcPts val="600"/>
              </a:spcAft>
              <a:defRPr sz="1800"/>
            </a:pPr>
            <a:r>
              <a:t>   • Generate pixel-wise predictions</a:t>
            </a:r>
          </a:p>
          <a:p>
            <a:pPr lvl="1">
              <a:spcAft>
                <a:spcPts val="600"/>
              </a:spcAft>
              <a:defRPr sz="1800"/>
            </a:pPr>
            <a:r>
              <a:t>   • Recover 'where' objects 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UNET Architecture Overview 🏛️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🏆 UNET = U-shaped architecture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🔑 Key Components: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1️⃣ Contracting Path (Left): Captures context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2️⃣ Bottleneck (Bottom): Deepest features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3️⃣ Expanding Path (Right): Precise localization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4️⃣ Skip Connections: Bridge encoder ↔ decoder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✨ Skip connections = UNET's secret sauce!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Skip Connections - The Magic! 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❓ Problem: Information loss during downsampling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✅ Solution: Skip connections copy features across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🔥 Benefits:</a:t>
            </a:r>
          </a:p>
          <a:p>
            <a:pPr lvl="1">
              <a:spcAft>
                <a:spcPts val="600"/>
              </a:spcAft>
              <a:defRPr sz="1800"/>
            </a:pPr>
            <a:r>
              <a:t>   • Preserve fine-grained details</a:t>
            </a:r>
          </a:p>
          <a:p>
            <a:pPr lvl="1">
              <a:spcAft>
                <a:spcPts val="600"/>
              </a:spcAft>
              <a:defRPr sz="1800"/>
            </a:pPr>
            <a:r>
              <a:t>   • Better boundary detection</a:t>
            </a:r>
          </a:p>
          <a:p>
            <a:pPr lvl="1">
              <a:spcAft>
                <a:spcPts val="600"/>
              </a:spcAft>
              <a:defRPr sz="1800"/>
            </a:pPr>
            <a:r>
              <a:t>   • Faster training convergence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💡 Think of it as 'copy-paste' high-res features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🎯 Result: Sharp, accurate segmentation masks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Evaluation Metrics 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📊 How to measure segmentation quality?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🎯 IoU (Intersection over Union):</a:t>
            </a:r>
          </a:p>
          <a:p>
            <a:pPr lvl="1">
              <a:spcAft>
                <a:spcPts val="600"/>
              </a:spcAft>
              <a:defRPr sz="1800"/>
            </a:pPr>
            <a:r>
              <a:t>   • Also called Jaccard Index</a:t>
            </a:r>
          </a:p>
          <a:p>
            <a:pPr lvl="1">
              <a:spcAft>
                <a:spcPts val="600"/>
              </a:spcAft>
              <a:defRPr sz="1800"/>
            </a:pPr>
            <a:r>
              <a:t>   • Range: 0.0 (no overlap) to 1.0 (perfect)</a:t>
            </a:r>
          </a:p>
          <a:p>
            <a:pPr lvl="1">
              <a:spcAft>
                <a:spcPts val="600"/>
              </a:spcAft>
              <a:defRPr sz="1800"/>
            </a:pPr>
            <a:r>
              <a:t>   • Good segmentation: IoU &gt; 0.7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🎲 Dice Score (F1 for segmentation):</a:t>
            </a:r>
          </a:p>
          <a:p>
            <a:pPr lvl="1">
              <a:spcAft>
                <a:spcPts val="600"/>
              </a:spcAft>
              <a:defRPr sz="1800"/>
            </a:pPr>
            <a:r>
              <a:t>   • Range: 0.0 to 1.0</a:t>
            </a:r>
          </a:p>
          <a:p>
            <a:pPr lvl="1">
              <a:spcAft>
                <a:spcPts val="600"/>
              </a:spcAft>
              <a:defRPr sz="1800"/>
            </a:pPr>
            <a:r>
              <a:t>   • More sensitive to small objects</a:t>
            </a:r>
          </a:p>
          <a:p>
            <a:pPr lvl="1">
              <a:spcAft>
                <a:spcPts val="600"/>
              </a:spcAft>
              <a:defRPr sz="1800"/>
            </a:pPr>
            <a:r>
              <a:t>   • Often preferred in medical imaging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segmentation_models_pytorch 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📦 Pre-built segmentation models library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✅ Why use it?</a:t>
            </a:r>
          </a:p>
          <a:p>
            <a:pPr lvl="1">
              <a:spcAft>
                <a:spcPts val="600"/>
              </a:spcAft>
              <a:defRPr sz="1800"/>
            </a:pPr>
            <a:r>
              <a:t>   • UNET + 10 other architectures ready to use</a:t>
            </a:r>
          </a:p>
          <a:p>
            <a:pPr lvl="1">
              <a:spcAft>
                <a:spcPts val="600"/>
              </a:spcAft>
              <a:defRPr sz="1800"/>
            </a:pPr>
            <a:r>
              <a:t>   • Multiple encoder backbones (ResNet, VGG, etc.)</a:t>
            </a:r>
          </a:p>
          <a:p>
            <a:pPr lvl="1">
              <a:spcAft>
                <a:spcPts val="600"/>
              </a:spcAft>
              <a:defRPr sz="1800"/>
            </a:pPr>
            <a:r>
              <a:t>   • Pre-trained weights included</a:t>
            </a:r>
          </a:p>
          <a:p>
            <a:pPr lvl="1">
              <a:spcAft>
                <a:spcPts val="600"/>
              </a:spcAft>
              <a:defRPr sz="1800"/>
            </a:pPr>
            <a:r>
              <a:t>   • 2-3 lines to create model!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🚀 Installation: pip install segmentation-models-pytorch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💡 Perfect for beginners and production!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Key Takeaways 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✅ Segmentation = Pixel-level classification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✅ UNET = Encoder-Decoder with skip connections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✅ Skip connections preserve fine details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✅ IoU &amp; Dice Score measure quality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✅ segmentation_models_pytorch makes it easy!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🚀 Let's segment images in the notebook!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