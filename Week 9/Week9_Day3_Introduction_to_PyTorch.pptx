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62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Introduction to PyTorch 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Building Deep Learning Models with PyTorch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Week 9 - Day 3 | AI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🤔 What is PyTorch?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🔥 Open-source deep learning framework developed by Facebook AI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🎯 Key Features: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Dynamic computational graphs (define-by-run)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Pythonic and intuitive API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Strong GPU acceleration support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Extensive ecosystem and community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⚖️ PyTorch vs NumPy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📊 Similarities: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Both work with multi-dimensional arrays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Similar syntax and operations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Efficient numerical computing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🚀 PyTorch Advantages: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GPU acceleration (CUDA support)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Automatic differentiation (autograd)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🎲 PyTorch Tensors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57C00"/>
                </a:solidFill>
              </a:defRPr>
            </a:pPr>
            <a:r>
              <a:t>🔑 Definition: Multi-dimensional arrays (like NumPy)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📝 Tensor Types: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torch.Tensor: Default 32-bit floating point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torch.LongTensor: 64-bit integer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torch.FloatTensor: 32-bit float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torch.DoubleTensor: 64-bit float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🎲 PyTorch Tensors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🛠️ Creating Tensors: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torch.tensor([1, 2, 3]) - from Python list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torch.zeros(3, 4) - zeros array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torch.ones(2, 3) - ones array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torch.randn(3, 3) - random normal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torch.arange(0, 10) - range of values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✅ Similar to NumPy but optimized for deep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⚡ Tensor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🔧 Common Operations: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Arithmetic: +, -, *, / (element-wise)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Matrix operations: torch.mm(), torch.matmul()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Reshaping: .view(), .reshape()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Indexing &amp; Slicing: Similar to NumPy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57C00"/>
                </a:solidFill>
              </a:defRPr>
            </a:pPr>
            <a:r>
              <a:t>💡 Most operations have in-place versions (_)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Example: tensor.add_(5) modifies tensor in-place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🎓 Autograd: The Magic Behind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57C00"/>
                </a:solidFill>
              </a:defRPr>
            </a:pPr>
            <a:r>
              <a:t>🔑 Automatic Differentiation Engine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🎯 Purpose: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Automatically computes gradients for backpropagation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Tracks all operations on tensors with requires_grad=True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Essential for training neural networks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✅ No manual derivative calculations needed!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⚙️ How Autograd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📝 Step-by-Step: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1️⃣ Create tensor with requires_grad=True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2️⃣ Perform operations (forward pass)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3️⃣ Compute loss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4️⃣ Call .backward() - gradients computed automatically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5️⃣ Access gradients via .grad attribute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🧠 Building Neural Networks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🏗️ Two Main Components: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1️⃣ torch.nn.Module: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Base class for all neural network modules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Contains layers, parameters, and forward logic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Must implement __init__() and forward() methods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57C00"/>
                </a:solidFill>
              </a:defRPr>
            </a:pPr>
            <a:r>
              <a:t>💡 Think of it as a blueprint for your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🧠 Building Neural Networks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2️⃣ torch.nn layers: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nn.Linear() - Fully connected layer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nn.Conv2d() - Convolutional layer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nn.ReLU() - Activation function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nn.Dropout() - Regularization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✅ Combine layers to build complex architectures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✅ All parameters tracked automatically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🔄 PyTorch Training Loop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📋 Standard Training Steps: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1️⃣ Forward Pass: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Pass input through model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Get predictions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2️⃣ Compute Loss: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Compare predictions with actual labels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🔄 PyTorch Training Loop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3️⃣ Backward Pass: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optimizer.zero_grad() - Clear old gradients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loss.backward() - Compute new gradients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4️⃣ Update Weights: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optimizer.step() - Update parameters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🔁 Repeat for multiple epochs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🎯 Optimizers in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🛠️ Available Optimizers: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torch.optim.SGD - Stochastic Gradient Descent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torch.optim.Adam - Adaptive Moment Estimation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torch.optim.RMSprop - Root Mean Square Propagation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57C00"/>
                </a:solidFill>
              </a:defRPr>
            </a:pPr>
            <a:r>
              <a:t>💡 Usage: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optimizer = torch.optim.Adam(model.parameters(), lr=0.001)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📉 Loss Functions in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🎯 Common Loss Functions: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nn.MSELoss() - Mean Squared Error (regression)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nn.CrossEntropyLoss() - Classification (multi-class)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nn.BCELoss() - Binary Cross Entropy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nn.L1Loss() - Mean Absolute Error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57C00"/>
                </a:solidFill>
              </a:defRPr>
            </a:pPr>
            <a:r>
              <a:t>💡 Choose based on your problem 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🚀 GPU Acceleration with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⚡ Moving to GPU: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device = torch.device('cuda' if torch.cuda.is_available() else 'cpu')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model = model.to(device)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data = data.to(device)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✅ Massive speed improvements for large models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✅ Same code works on CPU and GPU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🌐 PyTorch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📚 Popular Libraries: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torchvision - Computer vision (datasets, models)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torchaudio - Audio processing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torchtext - NLP utilities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PyTorch Lightning - High-level training framework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Hugging Face Transformers - Pre-trained models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✅ PyTorch Best Practices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🎯 Code Organization: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Separate data loading, model, training logic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Use DataLoaders for batch processing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Set random seeds for reproducibility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🔧 Model Development: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Start simple, add complexity gradually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Print tensor shapes during debugging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✅ PyTorch Best Practices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D32F2F"/>
                </a:solidFill>
              </a:defRPr>
            </a:pPr>
            <a:r>
              <a:t>⚠️ Common Pitfalls to Avoid: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D32F2F"/>
                </a:solidFill>
              </a:defRPr>
            </a:pPr>
            <a:r>
              <a:t>❌ Forgetting optimizer.zero_grad()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D32F2F"/>
                </a:solidFill>
              </a:defRPr>
            </a:pPr>
            <a:r>
              <a:t>❌ Not moving data to same device as model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D32F2F"/>
                </a:solidFill>
              </a:defRPr>
            </a:pPr>
            <a:r>
              <a:t>❌ Using .backward() on non-scalar tensors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D32F2F"/>
                </a:solidFill>
              </a:defRPr>
            </a:pPr>
            <a:r>
              <a:t>❌ Mixing train/eval modes incorrectly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F57C00"/>
                </a:solidFill>
              </a:defRPr>
            </a:pPr>
            <a:r>
              <a:t>💡 Always check tensor shapes and devices!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📝 Summary: What We Learned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✅ PyTorch Fundamentals: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PyTorch is a powerful deep learning framework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Tensors are the core data structure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Autograd handles automatic differentiation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✅ Building Models: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Use nn.Module to define neural networks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Implement __init__() and forward() methods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📝 Summary: What We Learned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E7D32"/>
                </a:solidFill>
              </a:defRPr>
            </a:pPr>
            <a:r>
              <a:t>✅ Training Workflow: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Forward pass → Loss → Backward → Update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Optimizers handle weight updates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Loss functions measure model performance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🚀 Next Steps: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Practice with hands-on notebook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Build your first neural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