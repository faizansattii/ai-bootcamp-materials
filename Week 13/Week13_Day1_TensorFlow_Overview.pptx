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🔥 Introduction to TensorFlow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Understanding the Deep Learning Ecosystem &amp; Industry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13 - Day 1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⚔️ The Deep Learning Framework War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🎯 The Big Question: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"Which framework should I learn?"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📊 Popular Frameworks: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TensorFlow (Google)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PyTorch (Meta/Facebook)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JAX (Google Research)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MXNet (Apache)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667EEA"/>
                </a:solidFill>
              </a:defRPr>
            </a:pPr>
            <a:r>
              <a:t>💡 Today we'll understand why this choice matters!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🔵 What is TensorFlow?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📚 Definition: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Open-source end-to-end platform for machine learning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Developed by Google Brain Team | Released November 2015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🎯 Core Purpose: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Make ML accessible, scalable, and production-ready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🏆 Historical Impact: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Dominated ML industry from 2015-2019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First framework to solve deployment at scale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Used by Airbnb, Uber, Dropbox, Twitter (early days)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🌍 Real-World: Google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🔵 TensorFlow Powers Google's AI: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📧 Gmail: Smart Reply &amp; Smart Compose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   → Suggests email responses in real-time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📷 Google Photos: Image Recognition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   → 'Search for cats' finds all your cat photos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🗣️ Google Assistant: Speech Recognition &amp; Understanding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🌐 Google Translate: Neural Machine Translation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   → 100+ languages translated in real-time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🌐 TensorFlow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🔵 TensorFlow Core: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Main library for building ML models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🟢 Keras (tf.keras):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High-level API for easy model building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E67E22"/>
                </a:solidFill>
              </a:defRPr>
            </a:pPr>
            <a:r>
              <a:t>🟠 TensorFlow Lite: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Deploy models on mobile devices (iOS/Android)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E67E22"/>
                </a:solidFill>
              </a:defRPr>
            </a:pPr>
            <a:r>
              <a:t>🟠 TensorFlow.js: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Run ML models directly in web browsers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💜 TensorBoard: Visualization &amp; debugging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🟠 Enter PyTorch: The Game Changer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📚 What is PyTorch?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Open-source ML framework by Facebook AI Research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Released: September 2016 (1 year after TensorFlow)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🎯 Design Philosophy: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"Make deep learning as simple as Python itself"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⚡ Key Innovation: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Dynamic Computation Graphs (define-by-run)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🚀 Impact: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Took over research community by 2018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Now dominating industry too (2020+)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🌍 Real-World: PyTorch Success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E67E22"/>
                </a:solidFill>
              </a:defRPr>
            </a:pPr>
            <a:r>
              <a:t>🟠 Major Companies Using PyTorch: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🚗 Tesla: Autopilot &amp; Full Self-Driving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   → Vision models for autonomous driving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🤖 OpenAI: GPT-3, GPT-4, DALL-E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   → All trained using PyTorch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🤗 Hugging Face: Transformers Library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   → 100,000+ pre-trained models (all PyTorch)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🎮 Meta: Instagram &amp; Facebook Recommendations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   → Feeds powered by PyTorch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🏗️ The Core Difference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840480" cy="475488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600" b="1">
                <a:solidFill>
                  <a:srgbClr val="FFFFFF"/>
                </a:solidFill>
              </a:defRPr>
            </a:pPr>
            <a:r>
              <a:t>🔵 TensorFlow 1.x</a:t>
            </a:r>
            <a:br/>
            <a:r>
              <a:t>(Static Graph)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Step 1: Define entire model first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Step 2: Compile it into a graph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Step 3: Run data through it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📝 Analogy: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Writing a complete blueprint before 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554480"/>
            <a:ext cx="3840480" cy="475488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600" b="1">
                <a:solidFill>
                  <a:srgbClr val="FFFFFF"/>
                </a:solidFill>
              </a:defRPr>
            </a:pPr>
            <a:r>
              <a:t>🟠 PyTorch</a:t>
            </a:r>
            <a:br/>
            <a:r>
              <a:t>(Dynamic Graph)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Build graph on-the-fly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Can change during execution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More flexible &amp; intuitive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📝 Analogy: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Building and modifying as you 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💻 Code Comparison: Simple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🔵 TensorFlow 2.x (Keras):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model = tf.keras.Sequential([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 tf.keras.layers.Dense(128, activation='relu'),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 tf.keras.layers.Dense(10, activation='softmax')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])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E67E22"/>
                </a:solidFill>
              </a:defRPr>
            </a:pPr>
            <a:r>
              <a:t>🟠 PyTorch: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model = nn.Sequential(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 nn.Linear(784, 128), nn.ReLU(),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 nn.Linear(128, 10)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🏆 Why PyTorch Won the Battle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✅ 1. Pythonic &amp; Intuitive: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Feels like writing regular Python code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No need to learn new paradigms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✅ 2. Easy Debugging: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Use print(), breakpoints, debuggers naturally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Error messages are clear and helpful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✅ 3. Research-Friendly: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Fast prototyping of new ideas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Easy to customize and extend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Can modify model architecture on-the-fly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🏆 Why PyTorch Won the Battle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✅ 4. Community Momentum: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Most research papers release PyTorch code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Hugging Face ecosystem built on PyTorch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Active community &amp; frequent updates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✅ 5. Modern Architecture Support: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Transformers (BERT, GPT) work seamlessly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GANs (StyleGAN, DALL-E)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Diffusion Models (Stable Diffusion)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✅ 6. Industry Adoption: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Tesla, OpenAI, Meta, Microsoft using PyTorch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Startups prefer PyTorch for agility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📊 The Great Framework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📈 Research Papers Using Each Framework: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2018: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667EEA"/>
                </a:solidFill>
              </a:defRPr>
            </a:pPr>
            <a:r>
              <a:t>🔵 TensorFlow: 60%  |  🟠 PyTorch: 40%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2020: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667EEA"/>
                </a:solidFill>
              </a:defRPr>
            </a:pPr>
            <a:r>
              <a:t>🔵 TensorFlow: 35%  |  🟠 PyTorch: 65%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2023: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667EEA"/>
                </a:solidFill>
              </a:defRPr>
            </a:pPr>
            <a:r>
              <a:t>🔵 TensorFlow: 15%  |  🟠 PyTorch: 85%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667EEA"/>
                </a:solidFill>
              </a:defRPr>
            </a:pPr>
            <a:r>
              <a:t>💡 PyTorch is now the de facto standard in research!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And increasingly dominant in industry too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🔵 When TensorFlow Still Makes 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🟢 1. Mobile/Edge Deployment: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TensorFlow Lite is very mature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Better iOS/Android support than PyTorch Mobile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🟢 2. Production ML Pipelines: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TFX provides end-to-end production tools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TF Serving for model deployment at scale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🟢 3. Google Cloud Integration: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Seamless integration with GCP services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🟢 4. Legacy Systems: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Many companies have existing TF infrastructure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🔮 The Future of Deep Learning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🎯 Current State (2024):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PyTorch dominates research &amp; training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TensorFlow still strong in mobile/production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🚀 Emerging Trends: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PyTorch rapidly improving deployment tools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TensorFlow adopting PyTorch-like features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JAX gaining traction in research labs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💡 The Takeaway for You: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Learn PyTorch first (easier, more demand)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Understand TensorFlow concepts (still relevant)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Be framework-agnostic (principles transfer)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🏗️ TensorFlow Architecture (Layered 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📊 Layer 4: High-Level APIs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Keras, Estimators - Easy model building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📊 Layer 3: Python API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tf.nn, tf.layers, tf.data - Python interface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📊 Layer 2: Core TensorFlow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Tensors, Operations, Computation Graphs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📊 Layer 1: C++ Backend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GPU/TPU Kernels, Distributed Training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⚙️ Hardware: CPU / GPU / TPU / Mobile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🎓 What We'll Use in This Bootcamp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E67E22"/>
                </a:solidFill>
              </a:defRPr>
            </a:pPr>
            <a:r>
              <a:t>🟠 Primary Framework: PyTorch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48BB78"/>
                </a:solidFill>
              </a:defRPr>
            </a:pPr>
            <a:r>
              <a:t>✅ Easier to learn and understand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48BB78"/>
                </a:solidFill>
              </a:defRPr>
            </a:pPr>
            <a:r>
              <a:t>✅ Better for hands-on experimentation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48BB78"/>
                </a:solidFill>
              </a:defRPr>
            </a:pPr>
            <a:r>
              <a:t>✅ Industry standard for modern AI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667EEA"/>
                </a:solidFill>
              </a:defRPr>
            </a:pPr>
            <a:r>
              <a:t>🔵 TensorFlow Awareness: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48BB78"/>
                </a:solidFill>
              </a:defRPr>
            </a:pPr>
            <a:r>
              <a:t>✅ You now understand the ecosystem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48BB78"/>
                </a:solidFill>
              </a:defRPr>
            </a:pPr>
            <a:r>
              <a:t>✅ Can read TensorFlow code if needed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48BB78"/>
                </a:solidFill>
              </a:defRPr>
            </a:pPr>
            <a:r>
              <a:t>✅ Know when it's appropriate to use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667EEA"/>
                </a:solidFill>
              </a:defRPr>
            </a:pPr>
            <a:r>
              <a:t>💡 Framework concepts transfer easily!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Once you master one, learning another is simple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📚 Summary: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✅ TensorFlow: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Google's production-focused framework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Dominated 2015-2019, still relevant today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Strong in mobile/edge deployment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✅ PyTorch: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Meta's research-friendly framework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Now industry standard (85% of papers)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Easier to learn, better for modern AI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48BB78"/>
                </a:solidFill>
              </a:defRPr>
            </a:pPr>
            <a:r>
              <a:t>✅ The Smart Choice: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Learn PyTorch first (what we're doing!)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Understand the broader ecosystem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67EEA"/>
                </a:solidFill>
              </a:defRPr>
            </a:pPr>
            <a:r>
              <a:t>🚀 What's Coming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📅 Tomorrow (Day 2): Transformer Architecture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🧠 Topics: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How the attention mechanism works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Why Transformers revolutionized NLP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Build a simple Transformer in PyTorch!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📅 Day 3: Hugging Face Ecosystem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2400" b="1">
                <a:solidFill>
                  <a:srgbClr val="323232"/>
                </a:solidFill>
              </a:defRPr>
            </a:pPr>
            <a:r>
              <a:t>🤗 Topics: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Load and use pre-trained models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Fine-tune models for custom tasks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323232"/>
                </a:solidFill>
              </a:defRPr>
            </a:pPr>
            <a:r>
              <a:t>• Deploy your own NLP applications</a:t>
            </a:r>
          </a:p>
          <a:p>
            <a:pPr>
              <a:lnSpc>
                <a:spcPct val="130000"/>
              </a:lnSpc>
              <a:spcAft>
                <a:spcPts val="5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667EEA"/>
                </a:solidFill>
              </a:defRPr>
            </a:pPr>
            <a:r>
              <a:t>💡 Exciting week ahead!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