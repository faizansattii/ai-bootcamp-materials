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AI AUTOMATION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D9FF"/>
                </a:solidFill>
              </a:rPr>
              <a:t>The Future of Intelligent Workflows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Week 19 - Day 1 | AI Bootcamp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What is Automation?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📋 Traditional Definition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The use of technology to perform tasks with minimal human intervention. It follows predefined rules and workflows to execute repetitive processes.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Characteristics: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⚙️ Rule-Based: If-then logic, fixed workflows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🔄 Repetitive: Handles consistent, predictable tasks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⚡ Efficient: Faster than manual execution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9FF"/>
                </a:solidFill>
              </a:rPr>
              <a:t>Examples: Scheduled emails, data backups, form auto-fill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What is AI Automation?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🤖 AI-Powered Definition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Automation enhanced with AI to make intelligent decisions, learn from data, and handle complex, unstructured tasks.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Characteristics: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🧠 Intelligent: Context-aware, understands natural language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🎯 Adaptive: Learns and improves over time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💬 Conversational: Natural interactions, understands intent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Traditional vs AI Automation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Traditional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Rule-Based: Strict logic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Structured Data only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Static: Manual updates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No Learning capability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4632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9FF"/>
                </a:solidFill>
              </a:rPr>
              <a:t>AI-Powered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846320" y="14630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✓ Context-Aware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✓ Unstructured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✓ Adaptive Learning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✓ Continuous Improvement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0D9FF"/>
                </a:solidFill>
              </a:rPr>
              <a:t>💡 AI augments automation by adding intelligence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9FF"/>
                </a:solidFill>
              </a:rPr>
              <a:t>Real-World Use Cases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💬 Customer Service: 24/7 AI chatbots (Zendesk)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✍️ Content Creation: Blog posts, social media (Jasper.ai)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📊 Data Analysis: Extract insights, trends (Tableau GPT)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📧 Email Management: Smart categorization (Gmail)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👥 HR: Resume screening (HireVue)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📈 Sales &amp; Marketing: Lead scoring (HubSpot AI)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9FF"/>
                </a:solidFill>
              </a:rPr>
              <a:t>Benefits of AI Automation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⚡ Efficiency: 24/7, instant processing</a:t>
            </a:r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💰 Cost: 50-70% savings</a:t>
            </a:r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Accuracy: 99%+ precision</a:t>
            </a:r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📈 Scale: 10x-100x volume</a:t>
            </a:r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💡 Insights: Predictive analytics</a:t>
            </a:r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😊 Experience: Personalized service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</a:rPr>
              <a:t>40% faster workflows, 30% cost savings, 2x productivity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9FF"/>
                </a:solidFill>
              </a:rPr>
              <a:t>Healthcare: Mayo Clinic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35"/>
                </a:solidFill>
              </a:rPr>
              <a:t>Challenge: Manual intake, 1M+ patients annually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AI chatbot for 24/7 patient triage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Automated appointment scheduling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Medical record digitization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Predictive no-show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60% faster intake | 45% no-show reduction | $8M annual savings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9FF"/>
                </a:solidFill>
              </a:rPr>
              <a:t>E-commerce: Shopify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D9FF"/>
                </a:solidFill>
              </a:rPr>
              <a:t>Challenge: 200K+ monthly tickets, 175+ countries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AI 'Sidekick' chatbot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Product description generation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Fraud detection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Marketing automation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70% AI resolved | 2 min response | 95% satisfaction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</a:rPr>
              <a:t>AI Automation Tools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Top 3 platforms: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9FF"/>
                </a:solidFill>
              </a:rPr>
              <a:t>n8n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0D9FF"/>
                </a:solidFill>
              </a:rPr>
              <a:t>Open-source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38328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</a:rPr>
              <a:t>Zapier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</a:rPr>
              <a:t>User-friendly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Make.com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</a:rPr>
              <a:t>Visual builder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9FF"/>
                </a:solidFill>
              </a:rPr>
              <a:t>n8n - Open-Source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Self-Hosted: Full data control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No Code: Visual builder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Pro Code: Custom JS/Python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AI Native: OpenAI, Anthropic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400+ integrations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0D9FF"/>
                </a:solidFill>
              </a:rPr>
              <a:t>Perfect for: Developers, AI engineers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</a:rPr>
              <a:t>Zapier - User-Friendly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Easiest to Learn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6,000+ apps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Cloud-Only: Instant setup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AI Actions: OpenAI, ChatGPT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1000+ workflow templates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6B35"/>
                </a:solidFill>
              </a:rPr>
              <a:t>Perfect for: Beginners, small business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</a:rPr>
              <a:t>Make.com - Visual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Visual First: Flowchart scenarios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Advanced Logic: Routers, filters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Data Stores: Built-in database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AI Integration: OpenAI, Google AI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1,500+ integrations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A78BFA"/>
                </a:solidFill>
              </a:rPr>
              <a:t>Perfect for: Complex workflows, agencies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9FF"/>
                </a:solidFill>
              </a:rPr>
              <a:t>Pricing (India)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FF"/>
                </a:solidFill>
              </a:rPr>
              <a:t>n8n: FREE (self-hosted) | ₹1,650/mo (cloud)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Zapier: ₹0 (100 tasks) | ₹1,650/mo | ₹4,950/mo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Make: ₹0 (1K ops) | ₹825/mo | ₹1,650/mo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n8n = BEST VALUE!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9FF"/>
                </a:solidFill>
              </a:rPr>
              <a:t>Pros &amp; Cons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n8n: ✅ Free, AI-native | ❌ Setup, learning curve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Zapier: ✅ Easy, 6K apps | ❌ Expensive, limits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Make: ✅ Visual, mid-price | ❌ Op limits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FF"/>
                </a:solidFill>
              </a:rPr>
              <a:t>Choose based on your needs!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9FF"/>
                </a:solidFill>
              </a:rPr>
              <a:t>Feature Comparison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9260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n8n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Zapier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Make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Self-Hosted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✓✓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Visual Builder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✓✓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Custom Code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✓✓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Limited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AI Integration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✓✓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App Library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400+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6,000+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1,500+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FREE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₹1,650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₹825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9FF"/>
                </a:solidFill>
              </a:rPr>
              <a:t>Why n8n?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💰 Free &amp; Open-Source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🧠 AI-First Platform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👨‍💻 Developer-Friendly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🔒 Data Control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🎓 Real-World Skills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</a:rPr>
              <a:t>🌐 Active Community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</a:rPr>
              <a:t>Power + Freedom + No Limits!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9FF"/>
                </a:solidFill>
              </a:rPr>
              <a:t>Day 2: Hands-On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💬 Basic AI Chatbot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🤖 AI Agent with Tools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🧠 Agent with Memory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</a:rPr>
              <a:t>⚡ Email → AI → Slack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</a:rPr>
              <a:t>📋 Get your API key ready!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9FF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AI adds intelligence to automation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40% faster, 30% cheaper, 2x productivity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n8n, Zapier, Make - each has strengths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n8n perfect for AI engineers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Tomorrow: Build AI agents!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</a:rPr>
              <a:t>🚀 Ready for Day 2!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19 Day 1: AI Automation</dc:title>
  <dc:subject>PptxGenJS Presentation</dc:subject>
  <dc:creator>AI Bootcamp</dc:creator>
  <cp:lastModifiedBy>AI Bootcamp</cp:lastModifiedBy>
  <cp:revision>1</cp:revision>
  <dcterms:created xsi:type="dcterms:W3CDTF">2025-12-04T06:59:46Z</dcterms:created>
  <dcterms:modified xsi:type="dcterms:W3CDTF">2025-12-04T06:59:46Z</dcterms:modified>
</cp:coreProperties>
</file>