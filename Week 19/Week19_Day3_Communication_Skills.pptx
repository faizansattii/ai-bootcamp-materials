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Communication Skills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D9FF"/>
                </a:solidFill>
              </a:rPr>
              <a:t>For AI Automation Projects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Week 19 - Day 3 | AI Bootcamp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D9FF"/>
                </a:solidFill>
              </a:rPr>
              <a:t>Why Communication Matters in AI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The harsh truth: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BBF24"/>
                </a:solidFill>
              </a:rPr>
              <a:t>💡 The best AI solution is worthless if you can't explain its value.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Why technical people struggle: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❌ Focus on HOW it works, not WHY it matters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❌ Use jargon that alienates non-technical stakeholders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❌ Assume everyone understands AI/ML concepts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❌ Skip the business impact and ROI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</a:rPr>
              <a:t>Today: Learn to bridge the technical ↔ business gap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D9FF"/>
                </a:solidFill>
              </a:rPr>
              <a:t>Today's Learning Goals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700" b="1" dirty="0">
                <a:solidFill>
                  <a:srgbClr val="FFFFFF"/>
                </a:solidFill>
              </a:rPr>
              <a:t>🎯 Identify your audience and adapt your message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b="1" dirty="0">
                <a:solidFill>
                  <a:srgbClr val="FFFFFF"/>
                </a:solidFill>
              </a:rPr>
              <a:t>🎯 Build compelling technical stories with impact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b="1" dirty="0">
                <a:solidFill>
                  <a:srgbClr val="FFFFFF"/>
                </a:solidFill>
              </a:rPr>
              <a:t>🎯 Present AI projects clearly to any audience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b="1" dirty="0">
                <a:solidFill>
                  <a:srgbClr val="FFFFFF"/>
                </a:solidFill>
              </a:rPr>
              <a:t>🎯 Avoid common communication pitfalls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b="1" dirty="0">
                <a:solidFill>
                  <a:srgbClr val="FFFFFF"/>
                </a:solidFill>
              </a:rPr>
              <a:t>🎯 Practice explaining technical concepts simply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9FF"/>
                </a:solidFill>
              </a:rPr>
              <a:t>By end of today: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</a:rPr>
              <a:t>You'll confidently explain your AI automation projects to: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</a:rPr>
              <a:t>✓ CEOs  ✓ Product Managers  ✓ End Users  ✓ Investors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D9FF"/>
                </a:solidFill>
              </a:rPr>
              <a:t>Know Your Audience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Different audiences care about different things: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9FF"/>
                </a:solidFill>
              </a:rPr>
              <a:t>👔 Executives/CEOs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ROI &amp; cost savings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Business impact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Risk &amp; timeline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Competitive advantage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0" y="1554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</a:rPr>
              <a:t>🎨 Product Managers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0" y="18745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User experience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Feature feasibility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Integration effort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Success metrics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0" y="1554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</a:rPr>
              <a:t>👥 End Users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0" y="18745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How it helps them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Ease of use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Trust &amp; reliability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Privacy &amp; safety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BBF24"/>
                </a:solidFill>
              </a:rPr>
              <a:t>💡 Rule: Start with THEIR priorities, not yours!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D9FF"/>
                </a:solidFill>
              </a:rPr>
              <a:t>Adapting Your Message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Same project, different explanations: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</a:rPr>
              <a:t>Example: Email Classification AI Agent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9FF"/>
                </a:solidFill>
              </a:rPr>
              <a:t>To CEO: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'Our AI reduces customer support response time by 60%, saving $200K annually while improving satisfaction scores by 35%.'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</a:rPr>
              <a:t>To Developer: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'We built an n8n workflow using OpenAI GPT-4 with function calling to classify emails by urgency, route to proper teams, and auto-respond to common queries.'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To Customer Support Rep: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65760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'You'll see urgent emails highlighted in red, and simple questions are answered automatically. This frees you to focus on complex customer issues.'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</a:rPr>
              <a:t>✅ Same solution, but each audience hears what matters to THEM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D9FF"/>
                </a:solidFill>
              </a:rPr>
              <a:t>The STAR Storytelling Framework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Structure your AI project presentations: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D9FF"/>
                </a:solidFill>
              </a:rPr>
              <a:t>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371600" y="16916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SITUATION: What was the problem/challenge?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19659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Example: 'Customer support was overwhelmed with 500+ daily emails'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6B35"/>
                </a:solidFill>
              </a:rPr>
              <a:t>T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371600" y="24231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TASK: What did you need to achieve?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269748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Example: 'Automate classification and reduce response time under 2 hours'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A78BFA"/>
                </a:solidFill>
              </a:rPr>
              <a:t>A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1371600" y="31546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ACTION: What solution did you build?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34290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Example: 'Built AI agent in n8n using GPT-4 to classify, prioritize, route'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4D399"/>
                </a:solidFill>
              </a:rPr>
              <a:t>R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1371600" y="38862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RESULT: What impact did it have?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71600" y="416052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Example: '60% faster responses, 35% higher satisfaction, $200K saved'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D9FF"/>
                </a:solidFill>
              </a:rPr>
              <a:t>Building Your Technical Story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The 3-Act Structure for AI Projects: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</a:rPr>
              <a:t>Act 1: The Problem (30 seconds)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Paint the pain point vividly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Use real numbers and customer quotes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Make it relatable and urgent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9FF"/>
                </a:solidFill>
              </a:rPr>
              <a:t>Act 2: The Solution (1 minute)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Explain your approach in simple terms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Use analogies: 'Like a smart assistant that...'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Show key features, not technical details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</a:rPr>
              <a:t>Act 3: The Impact (30 seconds)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88620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Quantify results with metrics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Tell a success story or testimonial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End with future potential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D9FF"/>
                </a:solidFill>
              </a:rPr>
              <a:t>Show, Don't Just Tell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Make your AI project tangible: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</a:rPr>
              <a:t>🎬 Demo Live: Show it in action (most powerful!)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   • Prepare a scripted demo with backup plan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   • Have screenshots ready if demo fails</a:t>
            </a:r>
            <a:pPr indent="0" marL="0">
              <a:buNone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</a:rPr>
              <a:t>📊 Use Visuals: Diagrams over code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   • Flowcharts of how data flows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   • Before/After comparisons</a:t>
            </a:r>
            <a:pPr indent="0" marL="0">
              <a:buNone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</a:rPr>
              <a:t>📈 Show Metrics: Real impact evidence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   • Charts showing improvement over time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   • ROI calculator or cost breakdown</a:t>
            </a:r>
            <a:pPr indent="0" marL="0">
              <a:buNone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</a:rPr>
              <a:t>💬 User Quotes: Let customers tell the story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   • 'This saved me 3 hours daily' - Real person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D9FF"/>
                </a:solidFill>
              </a:rPr>
              <a:t>Simplifying Technical Concepts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Replace jargon with everyday language: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❌ Technical Jargon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84632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</a:rPr>
              <a:t>✅ Plain English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We fine-tuned an LLM on proprietary data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6320" y="19659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We taught the AI about your specific business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Using RAG to augment context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2423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The AI looks up relevant info before answering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Deployed via containerized microservices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28803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It runs reliably in the cloud 24/7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337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Achieved 95% accuracy with F1 score 0.92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3337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It's right 95 times out of 100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7947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Implemented vector embeddings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37947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The AI understands meaning, not just keywords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BBF24"/>
                </a:solidFill>
              </a:rPr>
              <a:t>💡 Test: Can a 10-year-old understand it?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D9FF"/>
                </a:solidFill>
              </a:rPr>
              <a:t>The Power of Analogies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Explain complex AI with familiar concepts: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9FF"/>
                </a:solidFill>
              </a:rPr>
              <a:t>AI Agent = Personal Assistant</a:t>
            </a:r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'Like hiring a smart assistant who never sleeps, handles repetitive tasks, and learns your preferences over time.'</a:t>
            </a:r>
            <a:pPr indent="0" marL="0">
              <a:buNone/>
            </a:pPr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</a:rPr>
              <a:t>Machine Learning = Teaching a Child</a:t>
            </a:r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'Just like kids learn from examples, we show the AI thousands of correct answers until it recognizes patterns.'</a:t>
            </a:r>
            <a:pPr indent="0" marL="0">
              <a:buNone/>
            </a:pPr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</a:rPr>
              <a:t>Neural Network = Brain</a:t>
            </a:r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'Similar to how your brain has neurons that fire when you see your mom, AI has connections that activate for specific patterns.'</a:t>
            </a:r>
            <a:pPr indent="0" marL="0">
              <a:buNone/>
            </a:pPr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</a:rPr>
              <a:t>API Integration = Lego Blocks</a:t>
            </a:r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'We snap different services together like Lego pieces to build something bigger than any single piece.'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</a:rPr>
              <a:t>✅ Good analogies make the unfamiliar feel familiar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D9FF"/>
                </a:solidFill>
              </a:rPr>
              <a:t>Common Pitfalls to Avoid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What NOT to do when presenting AI projects: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EF4444"/>
                </a:solidFill>
              </a:rPr>
              <a:t>❌ Starting with technical architecture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   Start with WHY it matters, not HOW it works</a:t>
            </a:r>
            <a:pPr indent="0" marL="0">
              <a:buNone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EF4444"/>
                </a:solidFill>
              </a:rPr>
              <a:t>❌ Death by PowerPoint slides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   50 slides with tiny text = audience checks out</a:t>
            </a:r>
            <a:pPr indent="0" marL="0">
              <a:buNone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EF4444"/>
                </a:solidFill>
              </a:rPr>
              <a:t>❌ Assuming prior knowledge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   'Obviously we used transformers...' - Not obvious!</a:t>
            </a:r>
            <a:pPr indent="0" marL="0">
              <a:buNone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EF4444"/>
                </a:solidFill>
              </a:rPr>
              <a:t>❌ Ignoring the 'So what?' question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   Always answer: Why should they care?</a:t>
            </a:r>
            <a:pPr indent="0" marL="0">
              <a:buNone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EF4444"/>
                </a:solidFill>
              </a:rPr>
              <a:t>❌ Overpromising AI capabilities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   Be honest about limitations and risks</a:t>
            </a:r>
            <a:pPr indent="0" marL="0">
              <a:buNone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EF4444"/>
                </a:solidFill>
              </a:rPr>
              <a:t>❌ No clear call-to-action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   End with: What do you want them to do next?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D9FF"/>
                </a:solidFill>
              </a:rPr>
              <a:t>Handling Tough Questions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When someone asks something you don't know: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4D399"/>
                </a:solidFill>
              </a:rPr>
              <a:t>✅ 'Great question! Let me find that out and follow up'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4D399"/>
                </a:solidFill>
              </a:rPr>
              <a:t>✅ 'I don't have exact numbers, but I can get them for you'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4D399"/>
                </a:solidFill>
              </a:rPr>
              <a:t>✅ 'That's outside my expertise, let me connect you with...'</a:t>
            </a:r>
            <a:pPr indent="0" marL="0">
              <a:buNone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F4444"/>
                </a:solidFill>
              </a:rPr>
              <a:t>❌ Making up answers or guessing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F4444"/>
                </a:solidFill>
              </a:rPr>
              <a:t>❌ Getting defensive or dismissive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F4444"/>
                </a:solidFill>
              </a:rPr>
              <a:t>❌ Saying 'That's too technical to explain'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</a:rPr>
              <a:t>Pro tip: Anticipate common questions beforehand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97764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'How much will this cost?'</a:t>
            </a:r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'What if it makes a mistake?'</a:t>
            </a:r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'How long until we see results?'</a:t>
            </a:r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'What about data privacy?'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D9FF"/>
                </a:solidFill>
              </a:rPr>
              <a:t>PRACTICE EXERCISE 1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Explain Your n8n Chatbot Project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Task: Prepare a 2-minute pitch for your AI chatbot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6B35"/>
                </a:solidFill>
              </a:rPr>
              <a:t>Audience: A small business owner with no tech background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Requirements: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1. Use the STAR framework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2. NO jargon (no 'API', 'webhook', 'LLM')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3. Include at least one analogy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4. End with clear business benefit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</a:rPr>
              <a:t>⏱️ Time: 10 minutes to prepare, then 2 minutes to present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4D399"/>
                </a:solidFill>
              </a:rPr>
              <a:t>💡 Partner up and practice on each other!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D9FF"/>
                </a:solidFill>
              </a:rPr>
              <a:t>PRACTICE EXERCISE 2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Translate Technical to Plain English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Task: Explain these AI concepts to a 12-year-old: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1. What is Machine Learning?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2. How does a neural network work?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3. What's the difference between AI and automation?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4. Why do AI models need training data?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Rules: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• Max 3 sentences per answer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• Use analogies or real-world examples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• Test on a friend or family member!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</a:rPr>
              <a:t>⏱️ Time: 15 minutes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D9FF"/>
                </a:solidFill>
              </a:rPr>
              <a:t>PRACTICE EXERCISE 3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Create Your Project Pitch Deck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Task: Build a 5-slide presentation for your Week 19 project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Required Slides: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Slide 1: The Problem (with real pain points)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Slide 2: Your Solution (high-level, no code)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Slide 3: How It Works (diagram or demo screenshot)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Slide 4: Results &amp; Impact (metrics and testimonials)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Slide 5: Next Steps (call to action)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6B35"/>
                </a:solidFill>
              </a:rPr>
              <a:t>Audience: Mix of technical and non-technical stakeholders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</a:rPr>
              <a:t>⏱️ Time: 30 minutes to create, 5 minutes to present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34D399"/>
                </a:solidFill>
              </a:rPr>
              <a:t>🎯 This will be your capstone project presentation!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D9FF"/>
                </a:solidFill>
              </a:rPr>
              <a:t>Pre-Presentation Checklist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Before you present your AI project: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✅ Know your audience and their priorities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✅ Prepare a clear STAR narrative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✅ Remove all jargon or define essential terms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✅ Have a working demo ready (with backup plan)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✅ Include specific metrics and impact data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✅ Prepare for top 5 likely questions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✅ Time your presentation (stay under limit)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✅ Practice at least 3 times out loud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✅ End with a clear call-to-action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✅ Smile and make eye contact!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BBF24"/>
                </a:solidFill>
              </a:rPr>
              <a:t>💡 Pro tip: Record yourself presenting and watch it back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D9FF"/>
                </a:solidFill>
              </a:rPr>
              <a:t>Key Takeaways - Day 3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Essential communication principles: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</a:rPr>
              <a:t>1️⃣ Know your audience - adapt your message to THEIR priorities</a:t>
            </a:r>
            <a:pPr indent="0" marL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</a:rPr>
              <a:t>2️⃣ Use STAR framework - structure your technical stories</a:t>
            </a:r>
            <a:pPr indent="0" marL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</a:rPr>
              <a:t>3️⃣ Replace jargon - translate tech to plain English</a:t>
            </a:r>
            <a:pPr indent="0" marL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</a:rPr>
              <a:t>4️⃣ Show, don't tell - demos, visuals, and metrics win</a:t>
            </a:r>
            <a:pPr indent="0" marL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</a:rPr>
              <a:t>5️⃣ Lead with WHY - business value before technical details</a:t>
            </a:r>
            <a:pPr indent="0" marL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</a:rPr>
              <a:t>6️⃣ Practice, practice, practice - confidence comes from prep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</a:rPr>
              <a:t>🎯 You're now ready to confidently present any AI project!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D9FF"/>
                </a:solidFill>
              </a:rPr>
              <a:t>Next Steps &amp; Resources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Continue improving your communication: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📚 Read: 'Made to Stick' by Chip &amp; Dan Heath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   Learn why some ideas survive and others die</a:t>
            </a:r>
            <a:pPr indent="0" marL="0">
              <a:buNone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🎬 Watch: TED Talks on technical topics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   Study how experts simplify complex ideas</a:t>
            </a:r>
            <a:pPr indent="0" marL="0">
              <a:buNone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💬 Join: Toastmasters or public speaking groups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   Regular practice with constructive feedback</a:t>
            </a:r>
            <a:pPr indent="0" marL="0">
              <a:buNone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✍️ Start: A technical blog explaining AI concepts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   Writing clarifies your own understanding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</a:rPr>
              <a:t>This Week: Apply these skills in your capstone presentations!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34D399"/>
                </a:solidFill>
              </a:rPr>
              <a:t>Remember: Great AI engineers are also great communicators 🚀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19 Day 3: Communication Skills</dc:title>
  <dc:subject>PptxGenJS Presentation</dc:subject>
  <dc:creator>AI Bootcamp</dc:creator>
  <cp:lastModifiedBy>AI Bootcamp</cp:lastModifiedBy>
  <cp:revision>1</cp:revision>
  <dcterms:created xsi:type="dcterms:W3CDTF">2025-12-04T07:27:59Z</dcterms:created>
  <dcterms:modified xsi:type="dcterms:W3CDTF">2025-12-04T07:27:59Z</dcterms:modified>
</cp:coreProperties>
</file>