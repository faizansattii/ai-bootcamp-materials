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208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n8n Hands-On Workshop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7434"/>
            <a:ext cx="7315200" cy="682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D9FF"/>
                </a:solidFill>
              </a:rPr>
              <a:t>From Installation to AI Agents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Week 19 - Day 2 | AI Bootcamp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9FF"/>
                </a:solidFill>
              </a:rPr>
              <a:t>Today's Agenda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⚙️ Install n8n locally on your machine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🎯 Tour the n8n interface &amp; workspace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🔐 Setup API credentials securely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💬 Build a basic AI chatbot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🤖 Create an AI agent with tools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🧠 Add memory to your agent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⚡ Practice: Email → AI → Slack automation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4114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399"/>
                </a:solidFill>
              </a:rPr>
              <a:t>Let's build real AI automation! 🚀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9FF"/>
                </a:solidFill>
              </a:rPr>
              <a:t>Prerequisites Check ✅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Before we begin, make sure you have: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💻 Computer: Windows 10+, macOS 10.15+, or Linux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🌐 Internet: Stable connection for downloads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🔑 API Key: OpenAI or Anthropic (Claude)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📝 Text Editor: VS Code recommended (optional)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☕ Coffee/Tea: This is hands-on! Stay energized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6B35"/>
                </a:solidFill>
              </a:rPr>
              <a:t>Don't have an API key? No problem!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OpenAI: platform.openai.com/api-keys (Free tier available)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Anthropic: console.anthropic.com (Free credits)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9FF"/>
                </a:solidFill>
              </a:rPr>
              <a:t>Installing n8n - Desktop App (Recommended)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✨ Easiest method - No Node.js required!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1: Download n8n Desktop</a:t>
            </a:r>
            <a:r>
              <a:rPr lang="en-US" sz="1300" dirty="0">
                <a:solidFill>
                  <a:srgbClr val="94A3B8"/>
                </a:solidFill>
              </a:rPr>
              <a:t>   • Visit: n8n.io/download   • Choose your OS: Windows, macOS, or Linux   • File size: ~150-200 MB</a:t>
            </a:r>
            <a:r>
              <a:rPr lang="en-US" sz="1500" b="1" dirty="0">
                <a:solidFill>
                  <a:srgbClr val="FFFFFF"/>
                </a:solidFill>
              </a:rPr>
              <a:t>Step 2: Install the Application</a:t>
            </a:r>
            <a:r>
              <a:rPr lang="en-US" sz="1300" dirty="0">
                <a:solidFill>
                  <a:srgbClr val="94A3B8"/>
                </a:solidFill>
              </a:rPr>
              <a:t>   • Windows: Run .exe installer, follow prompts   • macOS: Open .dmg, drag to Applications   • Linux: Run .AppImage or install .deb/.rpm</a:t>
            </a:r>
            <a:r>
              <a:rPr lang="en-US" sz="1500" b="1" dirty="0">
                <a:solidFill>
                  <a:srgbClr val="FFFFFF"/>
                </a:solidFill>
              </a:rPr>
              <a:t>Step 3: Launch n8n</a:t>
            </a:r>
            <a:r>
              <a:rPr lang="en-US" sz="1300" dirty="0">
                <a:solidFill>
                  <a:srgbClr val="94A3B8"/>
                </a:solidFill>
              </a:rPr>
              <a:t>   • Opens automatically at localhost:5678   • Browser window opens with n8n interface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BBF24"/>
                </a:solidFill>
              </a:rPr>
              <a:t>⏱️ Installation takes 2-3 minutes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9FF"/>
                </a:solidFill>
              </a:rPr>
              <a:t>Alternative: npm Installation (Advanced)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For developers who prefer command line: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1: Install Node.js (v18+ required)</a:t>
            </a:r>
            <a:r>
              <a:rPr lang="en-US" sz="1300" dirty="0">
                <a:solidFill>
                  <a:srgbClr val="94A3B8"/>
                </a:solidFill>
              </a:rPr>
              <a:t>   • Download from nodejs.org   • Verify: node --version</a:t>
            </a:r>
            <a:r>
              <a:rPr lang="en-US" sz="1500" b="1" dirty="0">
                <a:solidFill>
                  <a:srgbClr val="FFFFFF"/>
                </a:solidFill>
              </a:rPr>
              <a:t>Step 2: Install n8n globally</a:t>
            </a:r>
            <a:r>
              <a:rPr lang="en-US" sz="1300" dirty="0">
                <a:solidFill>
                  <a:srgbClr val="94A3B8"/>
                </a:solidFill>
              </a:rPr>
              <a:t>   • npm install -g n8n   • Wait for installation to complete</a:t>
            </a:r>
            <a:r>
              <a:rPr lang="en-US" sz="1500" b="1" dirty="0">
                <a:solidFill>
                  <a:srgbClr val="FFFFFF"/>
                </a:solidFill>
              </a:rPr>
              <a:t>Step 3: Start n8n</a:t>
            </a:r>
            <a:r>
              <a:rPr lang="en-US" sz="1300" dirty="0">
                <a:solidFill>
                  <a:srgbClr val="94A3B8"/>
                </a:solidFill>
              </a:rPr>
              <a:t>   • Run command: n8n   • Access at localhost:5678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BBF24"/>
                </a:solidFill>
              </a:rPr>
              <a:t>💡 Tip: Use Desktop App for bootcamp - simpler and faster!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9FF"/>
                </a:solidFill>
              </a:rPr>
              <a:t>First Launch - Welcome to n8n! 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When n8n opens for the first time: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📧 Email &amp; Password: Create your account</a:t>
            </a:r>
            <a:r>
              <a:rPr lang="en-US" sz="1300" dirty="0">
                <a:solidFill>
                  <a:srgbClr val="94A3B8"/>
                </a:solidFill>
              </a:rPr>
              <a:t>   (Local only - data stays on your machine)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🎨 Choose a workspace name</a:t>
            </a:r>
            <a:r>
              <a:rPr lang="en-US" sz="1300" dirty="0">
                <a:solidFill>
                  <a:srgbClr val="94A3B8"/>
                </a:solidFill>
              </a:rPr>
              <a:t>   Example: 'AI Bootcamp Workspace'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✅ Complete setup wizard</a:t>
            </a:r>
            <a:r>
              <a:rPr lang="en-US" sz="1300" dirty="0">
                <a:solidFill>
                  <a:srgbClr val="94A3B8"/>
                </a:solidFill>
              </a:rPr>
              <a:t>   Skip optional analytics (privacy-focused)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</a:rPr>
              <a:t>You'll see the n8n canvas - your automation playground!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</a:rPr>
              <a:t>[Screenshot Placeholder: n8n welcome screen with blank canvas]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9FF"/>
                </a:solidFill>
              </a:rPr>
              <a:t>n8n Interface Tour -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Components: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</a:rPr>
              <a:t>📋 Canvas (Center): Where you build workflows</a:t>
            </a:r>
            <a:r>
              <a:rPr lang="en-US" sz="1300" dirty="0">
                <a:solidFill>
                  <a:srgbClr val="94A3B8"/>
                </a:solidFill>
              </a:rPr>
              <a:t>   • Drag &amp; drop nodes here   • Connect nodes with arrows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</a:rPr>
              <a:t>🔧 Node Panel (Left): Available nodes</a:t>
            </a:r>
            <a:r>
              <a:rPr lang="en-US" sz="1300" dirty="0">
                <a:solidFill>
                  <a:srgbClr val="94A3B8"/>
                </a:solidFill>
              </a:rPr>
              <a:t>   • Search for any integration   • Categories: Core, AI, Triggers, Actions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</a:rPr>
              <a:t>▶️ Execute Button (Top Right): Run workflow</a:t>
            </a:r>
            <a:r>
              <a:rPr lang="en-US" sz="1300" dirty="0">
                <a:solidFill>
                  <a:srgbClr val="94A3B8"/>
                </a:solidFill>
              </a:rPr>
              <a:t>   • Test your automation instantly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</a:rPr>
              <a:t>💾 Save Button (Top): Save your work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9FF"/>
                </a:solidFill>
              </a:rPr>
              <a:t>n8n Interface - Node Types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Understanding Node Categories: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0D9FF"/>
                </a:solidFill>
              </a:rPr>
              <a:t>🎬 Trigger Nodes: Start your workflow</a:t>
            </a:r>
            <a:r>
              <a:rPr lang="en-US" sz="1300" dirty="0">
                <a:solidFill>
                  <a:srgbClr val="94A3B8"/>
                </a:solidFill>
              </a:rPr>
              <a:t>   Examples: Webhook, Schedule, Manual Trigger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6B35"/>
                </a:solidFill>
              </a:rPr>
              <a:t>🤖 AI Nodes: LLM integrations</a:t>
            </a:r>
            <a:r>
              <a:rPr lang="en-US" sz="1300" dirty="0">
                <a:solidFill>
                  <a:srgbClr val="94A3B8"/>
                </a:solidFill>
              </a:rPr>
              <a:t>   Examples: OpenAI, Anthropic, Hugging Face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34D399"/>
                </a:solidFill>
              </a:rPr>
              <a:t>🔗 Action Nodes: Do things</a:t>
            </a:r>
            <a:r>
              <a:rPr lang="en-US" sz="1300" dirty="0">
                <a:solidFill>
                  <a:srgbClr val="94A3B8"/>
                </a:solidFill>
              </a:rPr>
              <a:t>   Examples: HTTP Request, Email, Slack, Database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A78BFA"/>
                </a:solidFill>
              </a:rPr>
              <a:t>⚙️ Core Nodes: Logic &amp; data manipulation</a:t>
            </a:r>
            <a:r>
              <a:rPr lang="en-US" sz="1300" dirty="0">
                <a:solidFill>
                  <a:srgbClr val="94A3B8"/>
                </a:solidFill>
              </a:rPr>
              <a:t>   Examples: IF, Set, Code, Merge, Split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9FF"/>
                </a:solidFill>
              </a:rPr>
              <a:t>Setting Up API Credentials 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How to add your API keys securely: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1: Click on any AI node (e.g., OpenAI)Step 2: In node settings, find 'Credentials'</a:t>
            </a:r>
            <a:r>
              <a:rPr lang="en-US" sz="1300" dirty="0">
                <a:solidFill>
                  <a:srgbClr val="94A3B8"/>
                </a:solidFill>
              </a:rPr>
              <a:t>   • Click 'Create New Credential'</a:t>
            </a:r>
            <a:r>
              <a:rPr lang="en-US" sz="1500" b="1" dirty="0">
                <a:solidFill>
                  <a:srgbClr val="FFFFFF"/>
                </a:solidFill>
              </a:rPr>
              <a:t>Step 3: Enter your API key</a:t>
            </a:r>
            <a:r>
              <a:rPr lang="en-US" sz="1300" dirty="0">
                <a:solidFill>
                  <a:srgbClr val="94A3B8"/>
                </a:solidFill>
              </a:rPr>
              <a:t>   • OpenAI: Paste your key from platform.openai.com   • Anthropic: Paste your key from console.anthropic.com</a:t>
            </a:r>
            <a:r>
              <a:rPr lang="en-US" sz="1500" b="1" dirty="0">
                <a:solidFill>
                  <a:srgbClr val="FFFFFF"/>
                </a:solidFill>
              </a:rPr>
              <a:t>Step 4: Name your credential</a:t>
            </a:r>
            <a:r>
              <a:rPr lang="en-US" sz="1300" dirty="0">
                <a:solidFill>
                  <a:srgbClr val="94A3B8"/>
                </a:solidFill>
              </a:rPr>
              <a:t>   Example: 'My OpenAI Key' or 'Anthropic Claude'</a:t>
            </a:r>
            <a:r>
              <a:rPr lang="en-US" sz="1500" b="1" dirty="0">
                <a:solidFill>
                  <a:srgbClr val="FFFFFF"/>
                </a:solidFill>
              </a:rPr>
              <a:t>Step 5: Test &amp; Save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4D399"/>
                </a:solidFill>
              </a:rPr>
              <a:t>🔒 Your keys are stored locally and encrypted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9FF"/>
                </a:solidFill>
              </a:rPr>
              <a:t>API Key Security 🛡️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Important security practices: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34D399"/>
                </a:solidFill>
              </a:rPr>
              <a:t>✅ DO: Use environment variables for production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34D399"/>
                </a:solidFill>
              </a:rPr>
              <a:t>✅ DO: Set spending limits on API dashboards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34D399"/>
                </a:solidFill>
              </a:rPr>
              <a:t>✅ DO: Rotate keys regularly (every 90 days)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34D399"/>
                </a:solidFill>
              </a:rPr>
              <a:t>✅ DO: Use separate keys for dev and production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6B35"/>
                </a:solidFill>
              </a:rPr>
              <a:t>❌ DON'T: Share keys publicly or in screenshots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6B35"/>
                </a:solidFill>
              </a:rPr>
              <a:t>❌ DON'T: Commit keys to GitHub/version control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6B35"/>
                </a:solidFill>
              </a:rPr>
              <a:t>❌ DON'T: Use production keys for testing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BBF24"/>
                </a:solidFill>
              </a:rPr>
              <a:t>💡 n8n keeps credentials encrypted at rest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9FF"/>
                </a:solidFill>
              </a:rPr>
              <a:t>PROJECT 1: Basic AI Chatbot 💬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we're building: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A simple chatbot that responds to user input using 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🎯 Goal: Understand basic workflow structure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🎯 Learn: Webhook triggers, AI nodes, responses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🎯 Time: 15 minutes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Workflow Architecture: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Webhook → OpenAI Chat → Respond to Webhook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🔄 User sends message → AI processes → User gets response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9FF"/>
                </a:solidFill>
              </a:rPr>
              <a:t>Building the Chatbot -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1: Add Webhook Trigger</a:t>
            </a:r>
            <a:r>
              <a:rPr lang="en-US" sz="1300" dirty="0">
                <a:solidFill>
                  <a:srgbClr val="94A3B8"/>
                </a:solidFill>
              </a:rPr>
              <a:t>   • Search 'Webhook' in node panel   • Drag to canvas   • Set method to POST   • Path: /chat</a:t>
            </a:r>
            <a:r>
              <a:rPr lang="en-US" sz="1500" b="1" dirty="0">
                <a:solidFill>
                  <a:srgbClr val="FFFFFF"/>
                </a:solidFill>
              </a:rPr>
              <a:t>Step 2: Add OpenAI Chat Model node</a:t>
            </a:r>
            <a:r>
              <a:rPr lang="en-US" sz="1300" dirty="0">
                <a:solidFill>
                  <a:srgbClr val="94A3B8"/>
                </a:solidFill>
              </a:rPr>
              <a:t>   • Search 'OpenAI Chat'   • Connect to Webhook   • Select credential   • Model: gpt-3.5-turbo or gpt-4   • Message: {{ $json.message }}</a:t>
            </a:r>
            <a:r>
              <a:rPr lang="en-US" sz="1500" b="1" dirty="0">
                <a:solidFill>
                  <a:srgbClr val="FFFFFF"/>
                </a:solidFill>
              </a:rPr>
              <a:t>Step 3: Add Respond to Webhook</a:t>
            </a:r>
            <a:r>
              <a:rPr lang="en-US" sz="1300" dirty="0">
                <a:solidFill>
                  <a:srgbClr val="94A3B8"/>
                </a:solidFill>
              </a:rPr>
              <a:t>   • Search 'Respond to Webhook'   • Connect to OpenAI node   • Response: {{ $json.message.content }}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9FF"/>
                </a:solidFill>
              </a:rPr>
              <a:t>Testing Your Chatbot 🧪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Using curl or Postman: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1. Click 'Execute Workflow' to get webhook URL</a:t>
            </a:r>
            <a:r>
              <a:rPr lang="en-US" sz="1300" dirty="0">
                <a:solidFill>
                  <a:srgbClr val="94A3B8"/>
                </a:solidFill>
              </a:rPr>
              <a:t>   URL will be: http://localhost:5678/webhook/chat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2. Send a test message: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curl -X POST http://localhost:5678/webhook/chat \   -H 'Content-Type: application/json' \   -d '{"message": "Hello AI!"}'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3. You'll get AI response back!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</a:rPr>
              <a:t>✅ If it works, you've built your first AI automation!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9FF"/>
                </a:solidFill>
              </a:rPr>
              <a:t>PROJECT 2: AI Agent with Tools 🤖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Upgrading to an intelligent agent: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🎯 Goal: Build agent that uses tools to solve problems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🎯 Learn: Agent logic, tool integration, decision making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🎯 Tools: Web search, calculator, current time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🎯 Time: 25 minutes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makes it an 'Agent'?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D399"/>
                </a:solidFill>
              </a:rPr>
              <a:t>Agent decides WHICH tool to use based on the user's question!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Examples: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"What's 25 * 37?" → Uses calculator"What's the weather in Paris?" → Uses web search"What time is it?" → Uses time function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9FF"/>
                </a:solidFill>
              </a:rPr>
              <a:t>Setting Up Agent Tools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We'll give the agent 3 tools: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</a:rPr>
              <a:t>🔍 Tool 1: Web Search</a:t>
            </a:r>
            <a:r>
              <a:rPr lang="en-US" sz="1300" dirty="0">
                <a:solidFill>
                  <a:srgbClr val="94A3B8"/>
                </a:solidFill>
              </a:rPr>
              <a:t>   • Node: HTTP Request   • API: Serper.dev or DuckDuckGo   • Purpose: Real-time information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</a:rPr>
              <a:t>🧮 Tool 2: Calculator</a:t>
            </a:r>
            <a:r>
              <a:rPr lang="en-US" sz="1300" dirty="0">
                <a:solidFill>
                  <a:srgbClr val="94A3B8"/>
                </a:solidFill>
              </a:rPr>
              <a:t>   • Node: Code (JavaScript)   • Function: Math operations   • Purpose: Precise calculations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</a:rPr>
              <a:t>⏰ Tool 3: Current Time</a:t>
            </a:r>
            <a:r>
              <a:rPr lang="en-US" sz="1300" dirty="0">
                <a:solidFill>
                  <a:srgbClr val="94A3B8"/>
                </a:solidFill>
              </a:rPr>
              <a:t>   • Node: Code (JavaScript)   • Function: new Date().toISOString()   • Purpose: Time-based queries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9FF"/>
                </a:solidFill>
              </a:rPr>
              <a:t>Building the Agent Workflow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Workflow Architecture: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1: Webhook receives user query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2: OpenAI Agent node analyzes query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• Decides which tool is needed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3: IF node routes to appropriate tool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• Calculator path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816352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• Web search path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980944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• Time path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4: Tool executes and returns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5: Agent formats final response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6: Respond to Webhook with answer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BBF24"/>
                </a:solidFill>
              </a:rPr>
              <a:t>💡 The agent can call multiple tools in sequence if needed!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9FF"/>
                </a:solidFill>
              </a:rPr>
              <a:t>Using OpenAI Function Calling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Configure OpenAI node for tool use: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1. In OpenAI Chat node, enable 'Functions'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2. Define each tool as a function:</a:t>
            </a:r>
            <a:r>
              <a:rPr lang="en-US" sz="1300" dirty="0">
                <a:solidFill>
                  <a:srgbClr val="94A3B8"/>
                </a:solidFill>
              </a:rPr>
              <a:t>   • Name: 'web_search'   • Description: 'Search the web for current info'   • Parameters: query (string)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3. Model will return function name + arguments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4. Use IF node to route based on function name</a:t>
            </a:r>
            <a:r>
              <a:rPr lang="en-US" sz="1300" dirty="0">
                <a:solidFill>
                  <a:srgbClr val="94A3B8"/>
                </a:solidFill>
              </a:rPr>
              <a:t>   • If function = 'web_search' → HTTP Request   • If function = 'calculator' → Code node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9FF"/>
                </a:solidFill>
              </a:rPr>
              <a:t>PROJECT 3: Agent with Memory 🧠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Making the agent remember conversations: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🎯 Goal: Add conversation context &amp; history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🎯 Learn: Memory management, session handling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🎯 Storage: In-memory array (simple) or Redis (advanced)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🎯 Time: 20 minutes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Why Memory Matters: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Without memory: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User: 'What's 5+5?'AI: '10'User: 'Double it'</a:t>
            </a:r>
            <a:r>
              <a:rPr lang="en-US" sz="1200" dirty="0">
                <a:solidFill>
                  <a:srgbClr val="FF6B35"/>
                </a:solidFill>
              </a:rPr>
              <a:t>AI: 'Double what?' 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31089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</a:rPr>
              <a:t>With memory: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33832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User: 'What's 5+5?'AI: '10'User: 'Double it'</a:t>
            </a:r>
            <a:r>
              <a:rPr lang="en-US" sz="1200" dirty="0">
                <a:solidFill>
                  <a:srgbClr val="34D399"/>
                </a:solidFill>
              </a:rPr>
              <a:t>AI: '20' ✅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9FF"/>
                </a:solidFill>
              </a:rPr>
              <a:t>Implementing Memory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Simple approach using Code node: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1: Add Code node for memory storage</a:t>
            </a:r>
            <a:r>
              <a:rPr lang="en-US" sz="1300" dirty="0">
                <a:solidFill>
                  <a:srgbClr val="94A3B8"/>
                </a:solidFill>
              </a:rPr>
              <a:t>   • Store conversations in a global variable   • Structure: { sessionId: [messages] }</a:t>
            </a:r>
            <a:r>
              <a:rPr lang="en-US" sz="1500" b="1" dirty="0">
                <a:solidFill>
                  <a:srgbClr val="FFFFFF"/>
                </a:solidFill>
              </a:rPr>
              <a:t>Step 2: Before AI call, retrieve history</a:t>
            </a:r>
            <a:r>
              <a:rPr lang="en-US" sz="1300" dirty="0">
                <a:solidFill>
                  <a:srgbClr val="94A3B8"/>
                </a:solidFill>
              </a:rPr>
              <a:t>   • Get sessionId from webhook   • Load previous messages</a:t>
            </a:r>
            <a:r>
              <a:rPr lang="en-US" sz="1500" b="1" dirty="0">
                <a:solidFill>
                  <a:srgbClr val="FFFFFF"/>
                </a:solidFill>
              </a:rPr>
              <a:t>Step 3: Send history + new message to AI</a:t>
            </a:r>
            <a:r>
              <a:rPr lang="en-US" sz="1300" dirty="0">
                <a:solidFill>
                  <a:srgbClr val="94A3B8"/>
                </a:solidFill>
              </a:rPr>
              <a:t>   • Include last 5-10 messages for context</a:t>
            </a:r>
            <a:r>
              <a:rPr lang="en-US" sz="1500" b="1" dirty="0">
                <a:solidFill>
                  <a:srgbClr val="FFFFFF"/>
                </a:solidFill>
              </a:rPr>
              <a:t>Step 4: After AI response, update memory</a:t>
            </a:r>
            <a:r>
              <a:rPr lang="en-US" sz="1300" dirty="0">
                <a:solidFill>
                  <a:srgbClr val="94A3B8"/>
                </a:solidFill>
              </a:rPr>
              <a:t>   • Append user message   • Append AI response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9FF"/>
                </a:solidFill>
              </a:rPr>
              <a:t>Memory Code Example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Code node JavaScript: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Initialize memory if not exists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(!global.chatMemory)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global.chatMemory = {};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sessionId = $json.sessionId || 'default';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or create conversation history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(!global.chatMemory[sessionId])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global.chatMemory[sessionId] = [];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 new message to history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global.chatMemory[sessionId].push({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role: 'user',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content: $json.message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Keep only last 10 messages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(global.chatMemory[sessionId].length &gt; 10)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global.chatMemory[sessionId] =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global.chatMemory[sessionId].slice(-10);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global.chatMemory[sessionId];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9FF"/>
                </a:solidFill>
              </a:rPr>
              <a:t>PRACTICE: Email → AI → Slack ⚡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Your Challenge: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Build a workflow that monitors emails, analyzes them with AI,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and sends smart notifications to Slack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Requirements: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1. Webhook trigger (simulating email)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2. AI analyzes: sentiment, urgency, category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3. Send formatted message to Slack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4. Include emoji based on urgency 🔥⚠️✅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</a:rPr>
              <a:t>Hints: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• Use HTTP Request node for Slack webhook• AI prompt: 'Analyze this email and return JSON...'• Test with curl before connecting Slack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9FF"/>
                </a:solidFill>
              </a:rPr>
              <a:t>Troubleshooting 🔧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Common issues and solutions: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❌ 'Credential not found'</a:t>
            </a:r>
            <a:r>
              <a:rPr lang="en-US" sz="1200" dirty="0">
                <a:solidFill>
                  <a:srgbClr val="94A3B8"/>
                </a:solidFill>
              </a:rPr>
              <a:t>   → Re-add API key in credentials manager</a:t>
            </a:r>
            <a:r>
              <a:rPr lang="en-US" sz="1400" b="1" dirty="0">
                <a:solidFill>
                  <a:srgbClr val="FF6B35"/>
                </a:solidFill>
              </a:rPr>
              <a:t>❌ 'Cannot read property of undefined'</a:t>
            </a:r>
            <a:r>
              <a:rPr lang="en-US" sz="1200" dirty="0">
                <a:solidFill>
                  <a:srgbClr val="94A3B8"/>
                </a:solidFill>
              </a:rPr>
              <a:t>   → Check data mapping: $json.field exists?</a:t>
            </a:r>
            <a:r>
              <a:rPr lang="en-US" sz="1400" b="1" dirty="0">
                <a:solidFill>
                  <a:srgbClr val="FF6B35"/>
                </a:solidFill>
              </a:rPr>
              <a:t>❌ 'Rate limit exceeded'</a:t>
            </a:r>
            <a:r>
              <a:rPr lang="en-US" sz="1200" dirty="0">
                <a:solidFill>
                  <a:srgbClr val="94A3B8"/>
                </a:solidFill>
              </a:rPr>
              <a:t>   → Wait or upgrade API plan</a:t>
            </a:r>
            <a:r>
              <a:rPr lang="en-US" sz="1400" b="1" dirty="0">
                <a:solidFill>
                  <a:srgbClr val="FF6B35"/>
                </a:solidFill>
              </a:rPr>
              <a:t>❌ 'Webhook not responding'</a:t>
            </a:r>
            <a:r>
              <a:rPr lang="en-US" sz="1200" dirty="0">
                <a:solidFill>
                  <a:srgbClr val="94A3B8"/>
                </a:solidFill>
              </a:rPr>
              <a:t>   → Workflow must be active (toggle on)</a:t>
            </a:r>
            <a:r>
              <a:rPr lang="en-US" sz="1400" b="1" dirty="0">
                <a:solidFill>
                  <a:srgbClr val="FF6B35"/>
                </a:solidFill>
              </a:rPr>
              <a:t>❌ Node execution fails silently</a:t>
            </a:r>
            <a:r>
              <a:rPr lang="en-US" sz="1200" dirty="0">
                <a:solidFill>
                  <a:srgbClr val="94A3B8"/>
                </a:solidFill>
              </a:rPr>
              <a:t>   → Check execution log (bottom panel)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9FF"/>
                </a:solidFill>
              </a:rPr>
              <a:t>Debugging Tips 🐛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</a:rPr>
              <a:t>1. Use 'Edit Fields (Set)' node to inspect data</a:t>
            </a:r>
            <a:r>
              <a:rPr lang="en-US" sz="1300" dirty="0">
                <a:solidFill>
                  <a:srgbClr val="94A3B8"/>
                </a:solidFill>
              </a:rPr>
              <a:t>   • Add between nodes to see what's passing through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</a:rPr>
              <a:t>2. Check execution panel (bottom of screen)</a:t>
            </a:r>
            <a:r>
              <a:rPr lang="en-US" sz="1300" dirty="0">
                <a:solidFill>
                  <a:srgbClr val="94A3B8"/>
                </a:solidFill>
              </a:rPr>
              <a:t>   • Shows input/output for each node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</a:rPr>
              <a:t>3. Test nodes individually first</a:t>
            </a:r>
            <a:r>
              <a:rPr lang="en-US" sz="1300" dirty="0">
                <a:solidFill>
                  <a:srgbClr val="94A3B8"/>
                </a:solidFill>
              </a:rPr>
              <a:t>   • Don't build entire workflow at once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</a:rPr>
              <a:t>4. Use try-catch in Code nodes</a:t>
            </a:r>
            <a:r>
              <a:rPr lang="en-US" sz="1300" dirty="0">
                <a:solidFill>
                  <a:srgbClr val="94A3B8"/>
                </a:solidFill>
              </a:rPr>
              <a:t>   • Handle errors gracefully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</a:rPr>
              <a:t>5. Read error messages carefully</a:t>
            </a:r>
            <a:r>
              <a:rPr lang="en-US" sz="1300" dirty="0">
                <a:solidFill>
                  <a:srgbClr val="94A3B8"/>
                </a:solidFill>
              </a:rPr>
              <a:t>   • They usually tell you exactly what's wrong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9FF"/>
                </a:solidFill>
              </a:rPr>
              <a:t>Resources &amp; Next Steps 📚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Where to learn more: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📖 Official Docs: docs.n8n.io</a:t>
            </a:r>
            <a:r>
              <a:rPr lang="en-US" sz="1300" dirty="0">
                <a:solidFill>
                  <a:srgbClr val="94A3B8"/>
                </a:solidFill>
              </a:rPr>
              <a:t>   • Comprehensive guides &amp; tutorials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💬 Community Forum: community.n8n.io</a:t>
            </a:r>
            <a:r>
              <a:rPr lang="en-US" sz="1300" dirty="0">
                <a:solidFill>
                  <a:srgbClr val="94A3B8"/>
                </a:solidFill>
              </a:rPr>
              <a:t>   • Ask questions, get help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🎬 YouTube: n8n.io/youtube</a:t>
            </a:r>
            <a:r>
              <a:rPr lang="en-US" sz="1300" dirty="0">
                <a:solidFill>
                  <a:srgbClr val="94A3B8"/>
                </a:solidFill>
              </a:rPr>
              <a:t>   • Video tutorials &amp; workflows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📦 Template Library: n8n.io/workflows</a:t>
            </a:r>
            <a:r>
              <a:rPr lang="en-US" sz="1300" dirty="0">
                <a:solidFill>
                  <a:srgbClr val="94A3B8"/>
                </a:solidFill>
              </a:rPr>
              <a:t>   • 1000+ ready-to-use workflows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💻 GitHub: github.com/n8n-io/n8n</a:t>
            </a:r>
            <a:r>
              <a:rPr lang="en-US" sz="1300" dirty="0">
                <a:solidFill>
                  <a:srgbClr val="94A3B8"/>
                </a:solidFill>
              </a:rPr>
              <a:t>   • Source code, contribute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</a:rPr>
              <a:t>Tomorrow (Day 3): Communication skills for AI projects!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9FF"/>
                </a:solidFill>
              </a:rPr>
              <a:t>Day 2 Summary 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we accomplished today: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4D399"/>
                </a:solidFill>
              </a:rPr>
              <a:t>✅ Installed n8n locally on your machine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4D399"/>
                </a:solidFill>
              </a:rPr>
              <a:t>✅ Toured the interface and understood node types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4D399"/>
                </a:solidFill>
              </a:rPr>
              <a:t>✅ Setup API credentials securely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4D399"/>
                </a:solidFill>
              </a:rPr>
              <a:t>✅ Built a basic AI chatbot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4D399"/>
                </a:solidFill>
              </a:rPr>
              <a:t>✅ Created an AI agent with tools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4D399"/>
                </a:solidFill>
              </a:rPr>
              <a:t>✅ Added memory to your agent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4D399"/>
                </a:solidFill>
              </a:rPr>
              <a:t>✅ Practiced real-world automation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You're now ready to build production AI automations! 🚀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2104</Words>
  <Application>Microsoft Office PowerPoint</Application>
  <PresentationFormat>On-screen Show (16:9)</PresentationFormat>
  <Paragraphs>218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19 Day 2: n8n Hands-On</dc:title>
  <dc:subject>PptxGenJS Presentation</dc:subject>
  <dc:creator>AI Bootcamp</dc:creator>
  <cp:lastModifiedBy>faizan zubair</cp:lastModifiedBy>
  <cp:revision>2</cp:revision>
  <dcterms:created xsi:type="dcterms:W3CDTF">2025-12-04T07:18:23Z</dcterms:created>
  <dcterms:modified xsi:type="dcterms:W3CDTF">2025-12-04T07:22:18Z</dcterms:modified>
</cp:coreProperties>
</file>