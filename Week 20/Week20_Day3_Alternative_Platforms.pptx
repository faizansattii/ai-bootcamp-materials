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Alternative Platforms</a:t>
            </a:r>
          </a:p>
          <a:p>
            <a:r>
              <a:t>&amp; Deployment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Beyond AWS - Choosing the Right Platform for Your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Week 20 - Day 3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📋 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3748"/>
                </a:solidFill>
              </a:defRPr>
            </a:pPr>
            <a:r>
              <a:t>1. Why Look Beyond AWS?</a:t>
            </a:r>
          </a:p>
          <a:p>
            <a:pPr>
              <a:spcAft>
                <a:spcPts val="1600"/>
              </a:spcAft>
              <a:defRPr sz="2000">
                <a:solidFill>
                  <a:srgbClr val="2D3748"/>
                </a:solidFill>
              </a:defRPr>
            </a:pPr>
            <a:r>
              <a:t>2. Hugging Face Ecosystem</a:t>
            </a:r>
          </a:p>
          <a:p>
            <a:pPr>
              <a:spcAft>
                <a:spcPts val="1600"/>
              </a:spcAft>
              <a:defRPr sz="2000">
                <a:solidFill>
                  <a:srgbClr val="2D3748"/>
                </a:solidFill>
              </a:defRPr>
            </a:pPr>
            <a:r>
              <a:t>3. Render &amp; Railway Platforms</a:t>
            </a:r>
          </a:p>
          <a:p>
            <a:pPr>
              <a:spcAft>
                <a:spcPts val="1600"/>
              </a:spcAft>
              <a:defRPr sz="2000">
                <a:solidFill>
                  <a:srgbClr val="2D3748"/>
                </a:solidFill>
              </a:defRPr>
            </a:pPr>
            <a:r>
              <a:t>4. Platform Comparison Matrix</a:t>
            </a:r>
          </a:p>
          <a:p>
            <a:pPr>
              <a:spcAft>
                <a:spcPts val="1600"/>
              </a:spcAft>
              <a:defRPr sz="2000">
                <a:solidFill>
                  <a:srgbClr val="2D3748"/>
                </a:solidFill>
              </a:defRPr>
            </a:pPr>
            <a:r>
              <a:t>5. How to Choose the Right Platform</a:t>
            </a:r>
          </a:p>
          <a:p>
            <a:pPr>
              <a:spcAft>
                <a:spcPts val="1600"/>
              </a:spcAft>
              <a:defRPr sz="2000">
                <a:solidFill>
                  <a:srgbClr val="2D3748"/>
                </a:solidFill>
              </a:defRPr>
            </a:pPr>
            <a:r>
              <a:t>6. Deployment Planning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🤔 Why Look Beyond AWS?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🎯 Simplicity</a:t>
            </a:r>
          </a:p>
          <a:p>
            <a:pPr>
              <a:spcAft>
                <a:spcPts val="1400"/>
              </a:spcAft>
              <a:defRPr sz="1500">
                <a:solidFill>
                  <a:srgbClr val="718096"/>
                </a:solidFill>
              </a:defRPr>
            </a:pPr>
            <a:r>
              <a:t>Some platforms are easier for beginners</a:t>
            </a:r>
          </a:p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💰 Cost</a:t>
            </a:r>
          </a:p>
          <a:p>
            <a:pPr>
              <a:spcAft>
                <a:spcPts val="1400"/>
              </a:spcAft>
              <a:defRPr sz="1500">
                <a:solidFill>
                  <a:srgbClr val="718096"/>
                </a:solidFill>
              </a:defRPr>
            </a:pPr>
            <a:r>
              <a:t>Can be cheaper for small projects</a:t>
            </a:r>
          </a:p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⚡ Speed</a:t>
            </a:r>
          </a:p>
          <a:p>
            <a:pPr>
              <a:spcAft>
                <a:spcPts val="1400"/>
              </a:spcAft>
              <a:defRPr sz="1500">
                <a:solidFill>
                  <a:srgbClr val="718096"/>
                </a:solidFill>
              </a:defRPr>
            </a:pPr>
            <a:r>
              <a:t>Deploy in minutes, not hours</a:t>
            </a:r>
          </a:p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🎓 Learning Curve</a:t>
            </a:r>
          </a:p>
          <a:p>
            <a:pPr>
              <a:spcAft>
                <a:spcPts val="1400"/>
              </a:spcAft>
              <a:defRPr sz="1500">
                <a:solidFill>
                  <a:srgbClr val="718096"/>
                </a:solidFill>
              </a:defRPr>
            </a:pPr>
            <a:r>
              <a:t>Less infrastructure knowledge needed</a:t>
            </a:r>
          </a:p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🤖 AI-Specific</a:t>
            </a:r>
          </a:p>
          <a:p>
            <a:pPr>
              <a:spcAft>
                <a:spcPts val="1400"/>
              </a:spcAft>
              <a:defRPr sz="1500">
                <a:solidFill>
                  <a:srgbClr val="718096"/>
                </a:solidFill>
              </a:defRPr>
            </a:pPr>
            <a:r>
              <a:t>Platforms built FOR ML/AI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🗺️ The Platform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☁️ Cloud Giants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AWS, GCP, Azure - Full control, complex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🤗 AI-Specific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Hugging Face, Replicate - Built for ML models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🚀 Simple Deploy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Render, Railway, Fly.io - Easy, fast, affordable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🎯 Specialized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Streamlit Cloud, Gradio - For demos &amp; prototypes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🤗 Hugging Face - The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D3748"/>
                </a:solidFill>
              </a:defRPr>
            </a:pPr>
            <a:r>
              <a:t>The GitHub of AI - share, discover, and deploy ML models</a:t>
            </a:r>
          </a:p>
          <a:p>
            <a:pPr>
              <a:spcAft>
                <a:spcPts val="400"/>
              </a:spcAft>
              <a:defRPr sz="1500" b="1">
                <a:solidFill>
                  <a:srgbClr val="48BB78"/>
                </a:solidFill>
              </a:defRPr>
            </a:pPr>
            <a:r>
              <a:t>🎯 What It Is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Platform for hosting AI models and datasets</a:t>
            </a:r>
          </a:p>
          <a:p>
            <a:pPr>
              <a:spcAft>
                <a:spcPts val="400"/>
              </a:spcAft>
              <a:defRPr sz="1500" b="1">
                <a:solidFill>
                  <a:srgbClr val="48BB78"/>
                </a:solidFill>
              </a:defRPr>
            </a:pPr>
            <a:r>
              <a:t>📦 Model Hub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600K+ pre-trained models ready to use</a:t>
            </a:r>
          </a:p>
          <a:p>
            <a:pPr>
              <a:spcAft>
                <a:spcPts val="400"/>
              </a:spcAft>
              <a:defRPr sz="1500" b="1">
                <a:solidFill>
                  <a:srgbClr val="48BB78"/>
                </a:solidFill>
              </a:defRPr>
            </a:pPr>
            <a:r>
              <a:t>🚀 Spaces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Deploy ML apps with Gradio/Streamlit</a:t>
            </a:r>
          </a:p>
          <a:p>
            <a:pPr>
              <a:spcAft>
                <a:spcPts val="400"/>
              </a:spcAft>
              <a:defRPr sz="1500" b="1">
                <a:solidFill>
                  <a:srgbClr val="48BB78"/>
                </a:solidFill>
              </a:defRPr>
            </a:pPr>
            <a:r>
              <a:t>💰 Pricing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Free tier generous, paid from $9/month</a:t>
            </a:r>
          </a:p>
          <a:p>
            <a:pPr>
              <a:spcAft>
                <a:spcPts val="400"/>
              </a:spcAft>
              <a:defRPr sz="1500" b="1">
                <a:solidFill>
                  <a:srgbClr val="48BB78"/>
                </a:solidFill>
              </a:defRPr>
            </a:pPr>
            <a:r>
              <a:t>👥 Community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Millions of AI practitioners worldwide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🤗 Hugging Face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9F7AEA"/>
                </a:solidFill>
              </a:defRPr>
            </a:pPr>
            <a:r>
              <a:t>📚 Model Hub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Pre-trained models</a:t>
            </a:r>
            <a:br/>
            <a:r>
              <a:t>Download &amp; use instantly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188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9F7AEA"/>
                </a:solidFill>
              </a:defRPr>
            </a:pPr>
            <a:r>
              <a:t>💾 Datasets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Public datasets</a:t>
            </a:r>
            <a:br/>
            <a:r>
              <a:t>Ready for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9F7AEA"/>
                </a:solidFill>
              </a:defRPr>
            </a:pPr>
            <a:r>
              <a:t>🚀 Spaces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Deploy apps</a:t>
            </a:r>
            <a:br/>
            <a:r>
              <a:t>Gradio/Streamlit hosting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9F7AEA"/>
                </a:solidFill>
              </a:defRPr>
            </a:pPr>
            <a:r>
              <a:t>🔧 Inference API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API access</a:t>
            </a:r>
            <a:br/>
            <a:r>
              <a:t>Call models via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834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9F7AEA"/>
                </a:solidFill>
              </a:defRPr>
            </a:pPr>
            <a:r>
              <a:t>👥 Community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Collaborate</a:t>
            </a:r>
            <a:br/>
            <a:r>
              <a:t>Share &amp; discuss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834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9F7AEA"/>
                </a:solidFill>
              </a:defRPr>
            </a:pPr>
            <a:r>
              <a:t>💰 Free Tier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Generous limits</a:t>
            </a:r>
            <a:br/>
            <a:r>
              <a:t>Great for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8BB78"/>
                </a:solidFill>
              </a:defRPr>
            </a:pPr>
            <a:r>
              <a:t>🎬 DEMO: Browse Hugging Face, explore models and 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🚀 Hugging Face Spaces - Easy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3748"/>
                </a:solidFill>
              </a:defRPr>
            </a:pPr>
            <a:r>
              <a:t>Deploy ML apps in 3 clicks with Gradio or Streamlit</a:t>
            </a:r>
          </a:p>
          <a:p>
            <a:pPr>
              <a:spcAft>
                <a:spcPts val="400"/>
              </a:spcAft>
              <a:defRPr sz="1500" b="1">
                <a:solidFill>
                  <a:srgbClr val="4C5FD5"/>
                </a:solidFill>
              </a:defRPr>
            </a:pPr>
            <a:r>
              <a:t>What You Can Deploy: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Chatbots, image classifiers, text generators, any ML app</a:t>
            </a:r>
          </a:p>
          <a:p>
            <a:pPr>
              <a:spcAft>
                <a:spcPts val="400"/>
              </a:spcAft>
              <a:defRPr sz="1500" b="1">
                <a:solidFill>
                  <a:srgbClr val="4C5FD5"/>
                </a:solidFill>
              </a:defRPr>
            </a:pPr>
            <a:r>
              <a:t>How It Works: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Push code to Space → Auto-builds → Live URL in minutes</a:t>
            </a:r>
          </a:p>
          <a:p>
            <a:pPr>
              <a:spcAft>
                <a:spcPts val="400"/>
              </a:spcAft>
              <a:defRPr sz="1500" b="1">
                <a:solidFill>
                  <a:srgbClr val="4C5FD5"/>
                </a:solidFill>
              </a:defRPr>
            </a:pPr>
            <a:r>
              <a:t>Free Tier: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CPU spaces free, GPU from $0.60/hour</a:t>
            </a:r>
          </a:p>
          <a:p>
            <a:pPr>
              <a:spcAft>
                <a:spcPts val="400"/>
              </a:spcAft>
              <a:defRPr sz="1500" b="1">
                <a:solidFill>
                  <a:srgbClr val="4C5FD5"/>
                </a:solidFill>
              </a:defRPr>
            </a:pPr>
            <a:r>
              <a:t>Perfect For: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Demos, prototypes, portfolio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🎨 Render - Simple Cloud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3748"/>
                </a:solidFill>
              </a:defRPr>
            </a:pPr>
            <a:r>
              <a:t>Modern platform - simpler than AWS, powerful enough for production</a:t>
            </a:r>
          </a:p>
          <a:p>
            <a:pPr>
              <a:spcAft>
                <a:spcPts val="400"/>
              </a:spcAft>
              <a:defRPr sz="1500" b="1">
                <a:solidFill>
                  <a:srgbClr val="4299E1"/>
                </a:solidFill>
              </a:defRPr>
            </a:pPr>
            <a:r>
              <a:t>🚀 Deploy From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GitHub repo → Auto-deploy on every push</a:t>
            </a:r>
          </a:p>
          <a:p>
            <a:pPr>
              <a:spcAft>
                <a:spcPts val="400"/>
              </a:spcAft>
              <a:defRPr sz="1500" b="1">
                <a:solidFill>
                  <a:srgbClr val="4299E1"/>
                </a:solidFill>
              </a:defRPr>
            </a:pPr>
            <a:r>
              <a:t>🎯 Services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Web services, APIs, static sites, databases</a:t>
            </a:r>
          </a:p>
          <a:p>
            <a:pPr>
              <a:spcAft>
                <a:spcPts val="400"/>
              </a:spcAft>
              <a:defRPr sz="1500" b="1">
                <a:solidFill>
                  <a:srgbClr val="4299E1"/>
                </a:solidFill>
              </a:defRPr>
            </a:pPr>
            <a:r>
              <a:t>💰 Pricing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Free tier available, paid from $7/month</a:t>
            </a:r>
          </a:p>
          <a:p>
            <a:pPr>
              <a:spcAft>
                <a:spcPts val="400"/>
              </a:spcAft>
              <a:defRPr sz="1500" b="1">
                <a:solidFill>
                  <a:srgbClr val="4299E1"/>
                </a:solidFill>
              </a:defRPr>
            </a:pPr>
            <a:r>
              <a:t>⚡ Speed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Deploy in 2-3 minutes from code push</a:t>
            </a:r>
          </a:p>
          <a:p>
            <a:pPr>
              <a:spcAft>
                <a:spcPts val="400"/>
              </a:spcAft>
              <a:defRPr sz="1500" b="1">
                <a:solidFill>
                  <a:srgbClr val="4299E1"/>
                </a:solidFill>
              </a:defRPr>
            </a:pPr>
            <a:r>
              <a:t>📊 Features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Auto-scaling, SSL, custom domains,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🚂 Railway - Developer-First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3748"/>
                </a:solidFill>
              </a:defRPr>
            </a:pPr>
            <a:r>
              <a:t>Deploy in seconds - beautiful UI, powerful features</a:t>
            </a:r>
          </a:p>
          <a:p>
            <a:pPr>
              <a:spcAft>
                <a:spcPts val="400"/>
              </a:spcAft>
              <a:defRPr sz="1500" b="1">
                <a:solidFill>
                  <a:srgbClr val="9F7AEA"/>
                </a:solidFill>
              </a:defRPr>
            </a:pPr>
            <a:r>
              <a:t>🎯 Philosophy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Make deployment feel like magic</a:t>
            </a:r>
          </a:p>
          <a:p>
            <a:pPr>
              <a:spcAft>
                <a:spcPts val="400"/>
              </a:spcAft>
              <a:defRPr sz="1500" b="1">
                <a:solidFill>
                  <a:srgbClr val="9F7AEA"/>
                </a:solidFill>
              </a:defRPr>
            </a:pPr>
            <a:r>
              <a:t>🚀 Deploy From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GitHub, CLI, or template marketplace</a:t>
            </a:r>
          </a:p>
          <a:p>
            <a:pPr>
              <a:spcAft>
                <a:spcPts val="400"/>
              </a:spcAft>
              <a:defRPr sz="1500" b="1">
                <a:solidFill>
                  <a:srgbClr val="9F7AEA"/>
                </a:solidFill>
              </a:defRPr>
            </a:pPr>
            <a:r>
              <a:t>💰 Pricing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$5 free credit/month, usage-based after</a:t>
            </a:r>
          </a:p>
          <a:p>
            <a:pPr>
              <a:spcAft>
                <a:spcPts val="400"/>
              </a:spcAft>
              <a:defRPr sz="1500" b="1">
                <a:solidFill>
                  <a:srgbClr val="9F7AEA"/>
                </a:solidFill>
              </a:defRPr>
            </a:pPr>
            <a:r>
              <a:t>⚡ Features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Auto-deploy, databases, monitoring, logs</a:t>
            </a:r>
          </a:p>
          <a:p>
            <a:pPr>
              <a:spcAft>
                <a:spcPts val="400"/>
              </a:spcAft>
              <a:defRPr sz="1500" b="1">
                <a:solidFill>
                  <a:srgbClr val="9F7AEA"/>
                </a:solidFill>
              </a:defRPr>
            </a:pPr>
            <a:r>
              <a:t>🎓 Great For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Startups, side projects,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📊 Platform Comparison - Ease of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Hugging Face: ⭐⭐⭐⭐⭐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Easiest for ML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Render: ⭐⭐⭐⭐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Very simple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Railway: ⭐⭐⭐⭐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Very simple</a:t>
            </a:r>
          </a:p>
          <a:p>
            <a:pPr>
              <a:spcAft>
                <a:spcPts val="400"/>
              </a:spcAft>
              <a:defRPr sz="1600" b="1">
                <a:solidFill>
                  <a:srgbClr val="ED8936"/>
                </a:solidFill>
              </a:defRPr>
            </a:pPr>
            <a:r>
              <a:t>AWS: ⭐⭐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Complex, steep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💰 Platform Comparison -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Hugging Face: Free CPU, $9/mo GPU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Great free tier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Render: Free tier + $7/mo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Affordable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Railway: $5 credit/month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Usage-based</a:t>
            </a:r>
          </a:p>
          <a:p>
            <a:pPr>
              <a:spcAft>
                <a:spcPts val="400"/>
              </a:spcAft>
              <a:defRPr sz="1600" b="1">
                <a:solidFill>
                  <a:srgbClr val="ED8936"/>
                </a:solidFill>
              </a:defRPr>
            </a:pPr>
            <a:r>
              <a:t>AWS: Free 12mo then pay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Can get expensive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Platform Comparison - Best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9F7AEA"/>
                </a:solidFill>
              </a:defRPr>
            </a:pPr>
            <a:r>
              <a:t>Hugging Face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Best for: ML models, demos, portfolios</a:t>
            </a:r>
          </a:p>
          <a:p>
            <a:pPr>
              <a:spcAft>
                <a:spcPts val="400"/>
              </a:spcAft>
              <a:defRPr sz="1600" b="1">
                <a:solidFill>
                  <a:srgbClr val="4299E1"/>
                </a:solidFill>
              </a:defRPr>
            </a:pPr>
            <a:r>
              <a:t>Render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Best for: APIs, web apps, full-stack</a:t>
            </a:r>
          </a:p>
          <a:p>
            <a:pPr>
              <a:spcAft>
                <a:spcPts val="400"/>
              </a:spcAft>
              <a:defRPr sz="1600" b="1">
                <a:solidFill>
                  <a:srgbClr val="9F7AEA"/>
                </a:solidFill>
              </a:defRPr>
            </a:pPr>
            <a:r>
              <a:t>Railway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Best for: Quick prototypes, side projects</a:t>
            </a:r>
          </a:p>
          <a:p>
            <a:pPr>
              <a:spcAft>
                <a:spcPts val="400"/>
              </a:spcAft>
              <a:defRPr sz="1600" b="1">
                <a:solidFill>
                  <a:srgbClr val="ED8936"/>
                </a:solidFill>
              </a:defRPr>
            </a:pPr>
            <a:r>
              <a:t>AWS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Best for: Large scale, complex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🤔 How to Choose Your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❓ First Question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Is this for learning or production?</a:t>
            </a:r>
          </a:p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💰 Budget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How much can you spend per month?</a:t>
            </a:r>
          </a:p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⚡ Complexity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How much infrastructure do you want to manage?</a:t>
            </a:r>
          </a:p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📈 Scale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Expected users: 10, 100, or 10,000?</a:t>
            </a:r>
          </a:p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🎯 Project Type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ML demo, API, or full web app?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🌳 Platform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D3748"/>
                </a:solidFill>
              </a:defRPr>
            </a:pPr>
            <a:r>
              <a:t>🎓 Learning/Portfolio?</a:t>
            </a:r>
          </a:p>
          <a:p>
            <a:pPr>
              <a:spcAft>
                <a:spcPts val="1400"/>
              </a:spcAft>
              <a:defRPr sz="1400">
                <a:solidFill>
                  <a:srgbClr val="48BB78"/>
                </a:solidFill>
              </a:defRPr>
            </a:pPr>
            <a:r>
              <a:t>→ Hugging Face (easiest)</a:t>
            </a:r>
          </a:p>
          <a:p>
            <a:pPr>
              <a:spcAft>
                <a:spcPts val="400"/>
              </a:spcAft>
              <a:defRPr sz="1500" b="1">
                <a:solidFill>
                  <a:srgbClr val="2D3748"/>
                </a:solidFill>
              </a:defRPr>
            </a:pPr>
            <a:r>
              <a:t>🚀 Quick API deployment?</a:t>
            </a:r>
          </a:p>
          <a:p>
            <a:pPr>
              <a:spcAft>
                <a:spcPts val="1400"/>
              </a:spcAft>
              <a:defRPr sz="1400">
                <a:solidFill>
                  <a:srgbClr val="4299E1"/>
                </a:solidFill>
              </a:defRPr>
            </a:pPr>
            <a:r>
              <a:t>→ Render or Railway</a:t>
            </a:r>
          </a:p>
          <a:p>
            <a:pPr>
              <a:spcAft>
                <a:spcPts val="400"/>
              </a:spcAft>
              <a:defRPr sz="1500" b="1">
                <a:solidFill>
                  <a:srgbClr val="2D3748"/>
                </a:solidFill>
              </a:defRPr>
            </a:pPr>
            <a:r>
              <a:t>🤖 ML model showcase?</a:t>
            </a:r>
          </a:p>
          <a:p>
            <a:pPr>
              <a:spcAft>
                <a:spcPts val="1400"/>
              </a:spcAft>
              <a:defRPr sz="1400">
                <a:solidFill>
                  <a:srgbClr val="9F7AEA"/>
                </a:solidFill>
              </a:defRPr>
            </a:pPr>
            <a:r>
              <a:t>→ Hugging Face Spaces</a:t>
            </a:r>
          </a:p>
          <a:p>
            <a:pPr>
              <a:spcAft>
                <a:spcPts val="400"/>
              </a:spcAft>
              <a:defRPr sz="1500" b="1">
                <a:solidFill>
                  <a:srgbClr val="2D3748"/>
                </a:solidFill>
              </a:defRPr>
            </a:pPr>
            <a:r>
              <a:t>📈 Large scale production?</a:t>
            </a:r>
          </a:p>
          <a:p>
            <a:pPr>
              <a:spcAft>
                <a:spcPts val="1400"/>
              </a:spcAft>
              <a:defRPr sz="1400">
                <a:solidFill>
                  <a:srgbClr val="ED8936"/>
                </a:solidFill>
              </a:defRPr>
            </a:pPr>
            <a:r>
              <a:t>→ AWS (more control)</a:t>
            </a:r>
          </a:p>
          <a:p>
            <a:pPr>
              <a:spcAft>
                <a:spcPts val="400"/>
              </a:spcAft>
              <a:defRPr sz="1500" b="1">
                <a:solidFill>
                  <a:srgbClr val="2D3748"/>
                </a:solidFill>
              </a:defRPr>
            </a:pPr>
            <a:r>
              <a:t>💰 Minimal budget?</a:t>
            </a:r>
          </a:p>
          <a:p>
            <a:pPr>
              <a:spcAft>
                <a:spcPts val="1400"/>
              </a:spcAft>
              <a:defRPr sz="1400">
                <a:solidFill>
                  <a:srgbClr val="48BB78"/>
                </a:solidFill>
              </a:defRPr>
            </a:pPr>
            <a:r>
              <a:t>→ Free tiers: HF, Railway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✅ Deployment Readiness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48BB78"/>
                </a:solidFill>
              </a:defRPr>
            </a:pPr>
            <a:r>
              <a:t>✅ Code works locally without errors</a:t>
            </a:r>
          </a:p>
          <a:p>
            <a:pPr>
              <a:spcAft>
                <a:spcPts val="1400"/>
              </a:spcAft>
              <a:defRPr sz="1700">
                <a:solidFill>
                  <a:srgbClr val="48BB78"/>
                </a:solidFill>
              </a:defRPr>
            </a:pPr>
            <a:r>
              <a:t>✅ Requirements.txt or dependencies file ready</a:t>
            </a:r>
          </a:p>
          <a:p>
            <a:pPr>
              <a:spcAft>
                <a:spcPts val="1400"/>
              </a:spcAft>
              <a:defRPr sz="1700">
                <a:solidFill>
                  <a:srgbClr val="48BB78"/>
                </a:solidFill>
              </a:defRPr>
            </a:pPr>
            <a:r>
              <a:t>✅ Environment variables documented</a:t>
            </a:r>
          </a:p>
          <a:p>
            <a:pPr>
              <a:spcAft>
                <a:spcPts val="1400"/>
              </a:spcAft>
              <a:defRPr sz="1700">
                <a:solidFill>
                  <a:srgbClr val="48BB78"/>
                </a:solidFill>
              </a:defRPr>
            </a:pPr>
            <a:r>
              <a:t>✅ README.md with setup instructions</a:t>
            </a:r>
          </a:p>
          <a:p>
            <a:pPr>
              <a:spcAft>
                <a:spcPts val="1400"/>
              </a:spcAft>
              <a:defRPr sz="1700">
                <a:solidFill>
                  <a:srgbClr val="48BB78"/>
                </a:solidFill>
              </a:defRPr>
            </a:pPr>
            <a:r>
              <a:t>✅ Test data to verify deployment</a:t>
            </a:r>
          </a:p>
          <a:p>
            <a:pPr>
              <a:spcAft>
                <a:spcPts val="1400"/>
              </a:spcAft>
              <a:defRPr sz="1700">
                <a:solidFill>
                  <a:srgbClr val="48BB78"/>
                </a:solidFill>
              </a:defRPr>
            </a:pPr>
            <a:r>
              <a:t>✅ Error handling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⚠️ Common Deployment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6565"/>
                </a:solidFill>
              </a:defRPr>
            </a:pPr>
            <a:r>
              <a:t>❌ Skipping testing before deployment</a:t>
            </a:r>
          </a:p>
          <a:p>
            <a:pPr>
              <a:spcAft>
                <a:spcPts val="1400"/>
              </a:spcAft>
              <a:defRPr sz="1700">
                <a:solidFill>
                  <a:srgbClr val="F56565"/>
                </a:solidFill>
              </a:defRPr>
            </a:pPr>
            <a:r>
              <a:t>❌ Hardcoding API keys in code</a:t>
            </a:r>
          </a:p>
          <a:p>
            <a:pPr>
              <a:spcAft>
                <a:spcPts val="1400"/>
              </a:spcAft>
              <a:defRPr sz="1700">
                <a:solidFill>
                  <a:srgbClr val="F56565"/>
                </a:solidFill>
              </a:defRPr>
            </a:pPr>
            <a:r>
              <a:t>❌ Missing requirements.txt</a:t>
            </a:r>
          </a:p>
          <a:p>
            <a:pPr>
              <a:spcAft>
                <a:spcPts val="1400"/>
              </a:spcAft>
              <a:defRPr sz="1700">
                <a:solidFill>
                  <a:srgbClr val="F56565"/>
                </a:solidFill>
              </a:defRPr>
            </a:pPr>
            <a:r>
              <a:t>❌ Not handling errors gracefully</a:t>
            </a:r>
          </a:p>
          <a:p>
            <a:pPr>
              <a:spcAft>
                <a:spcPts val="1400"/>
              </a:spcAft>
              <a:defRPr sz="1700">
                <a:solidFill>
                  <a:srgbClr val="F56565"/>
                </a:solidFill>
              </a:defRPr>
            </a:pPr>
            <a:r>
              <a:t>❌ Forgetting to stop/monitor costs</a:t>
            </a:r>
          </a:p>
          <a:p>
            <a:pPr>
              <a:spcAft>
                <a:spcPts val="1400"/>
              </a:spcAft>
              <a:defRPr sz="1700">
                <a:solidFill>
                  <a:srgbClr val="F56565"/>
                </a:solidFill>
              </a:defRPr>
            </a:pPr>
            <a:r>
              <a:t>❌ No rollback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🎓 Your Capstone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4C5FD5"/>
                </a:solidFill>
              </a:defRPr>
            </a:pPr>
            <a:r>
              <a:t>Weeks 21-24: Time to deploy YOUR project!</a:t>
            </a:r>
          </a:p>
          <a:p>
            <a:pPr>
              <a:spcAft>
                <a:spcPts val="400"/>
              </a:spcAft>
              <a:defRPr sz="1600" b="1">
                <a:solidFill>
                  <a:srgbClr val="4299E1"/>
                </a:solidFill>
              </a:defRPr>
            </a:pPr>
            <a:r>
              <a:t>Week 21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Finalize your model, test locally</a:t>
            </a:r>
          </a:p>
          <a:p>
            <a:pPr>
              <a:spcAft>
                <a:spcPts val="400"/>
              </a:spcAft>
              <a:defRPr sz="1600" b="1">
                <a:solidFill>
                  <a:srgbClr val="4299E1"/>
                </a:solidFill>
              </a:defRPr>
            </a:pPr>
            <a:r>
              <a:t>Week 22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Choose platform, prepare for deployment</a:t>
            </a:r>
          </a:p>
          <a:p>
            <a:pPr>
              <a:spcAft>
                <a:spcPts val="400"/>
              </a:spcAft>
              <a:defRPr sz="1600" b="1">
                <a:solidFill>
                  <a:srgbClr val="4299E1"/>
                </a:solidFill>
              </a:defRPr>
            </a:pPr>
            <a:r>
              <a:t>Week 23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Deploy, test, debug, document</a:t>
            </a:r>
          </a:p>
          <a:p>
            <a:pPr>
              <a:spcAft>
                <a:spcPts val="400"/>
              </a:spcAft>
              <a:defRPr sz="1600" b="1">
                <a:solidFill>
                  <a:srgbClr val="4299E1"/>
                </a:solidFill>
              </a:defRPr>
            </a:pPr>
            <a:r>
              <a:t>Week 24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Polish, present, celebrate!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🛠️ Workshop: Plan Your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4C5FD5"/>
                </a:solidFill>
              </a:defRPr>
            </a:pPr>
            <a:r>
              <a:t>Activity (30 minutes):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1. Describe your capstone project (2-3 sentences)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2. Estimate expected users (10? 100? 1000?)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3. List what you need (Storage? GPU? Database?)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4. Choose your platform based on today's learning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5. Write deployment checklist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6. Share with a partner for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📚 Helpful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3748"/>
                </a:solidFill>
              </a:defRPr>
            </a:pPr>
            <a:r>
              <a:t>🐳 Docker: docs.docker.com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✅ Week 20 Complete!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Weeks 21-24: Deploy YOUR capstone!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You're ready to deploy! 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