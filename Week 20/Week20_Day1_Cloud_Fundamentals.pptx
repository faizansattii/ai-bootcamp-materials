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Cloud Computing &amp;</a:t>
            </a:r>
          </a:p>
          <a:p>
            <a:r>
              <a:t>Deployment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Understanding Modern ML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20 -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📋 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</a:defRPr>
            </a:pPr>
            <a:r>
              <a:t>1. What is Cloud Computing?</a:t>
            </a:r>
          </a:p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</a:defRPr>
            </a:pPr>
            <a:r>
              <a:t>2. Why ML Engineers Need the Cloud</a:t>
            </a:r>
          </a:p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</a:defRPr>
            </a:pPr>
            <a:r>
              <a:t>3. Cloud Service Models (IaaS, PaaS, SaaS)</a:t>
            </a:r>
          </a:p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</a:defRPr>
            </a:pPr>
            <a:r>
              <a:t>4. ML Deployment Lifecycle</a:t>
            </a:r>
          </a:p>
          <a:p>
            <a:pPr>
              <a:spcAft>
                <a:spcPts val="2000"/>
              </a:spcAft>
              <a:defRPr sz="2000">
                <a:solidFill>
                  <a:srgbClr val="2D3748"/>
                </a:solidFill>
              </a:defRPr>
            </a:pPr>
            <a:r>
              <a:t>5. Real-World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☁️ What is Cloud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2D3748"/>
                </a:solidFill>
              </a:defRPr>
            </a:pPr>
            <a:r>
              <a:t>Using powerful computers over the internet instead of your own hardware.</a:t>
            </a:r>
          </a:p>
          <a:p>
            <a:pPr>
              <a:spcAft>
                <a:spcPts val="1200"/>
              </a:spcAft>
              <a:defRPr sz="1800">
                <a:solidFill>
                  <a:srgbClr val="718096"/>
                </a:solidFill>
              </a:defRPr>
            </a:pPr>
            <a:r>
              <a:t>• Access from anywhere</a:t>
            </a:r>
          </a:p>
          <a:p>
            <a:pPr>
              <a:spcAft>
                <a:spcPts val="1200"/>
              </a:spcAft>
              <a:defRPr sz="1800">
                <a:solidFill>
                  <a:srgbClr val="718096"/>
                </a:solidFill>
              </a:defRPr>
            </a:pPr>
            <a:r>
              <a:t>• Pay only for what you use</a:t>
            </a:r>
          </a:p>
          <a:p>
            <a:pPr>
              <a:spcAft>
                <a:spcPts val="1200"/>
              </a:spcAft>
              <a:defRPr sz="1800">
                <a:solidFill>
                  <a:srgbClr val="718096"/>
                </a:solidFill>
              </a:defRPr>
            </a:pPr>
            <a:r>
              <a:t>• Scale up or down instantly</a:t>
            </a:r>
          </a:p>
          <a:p>
            <a:pPr>
              <a:spcAft>
                <a:spcPts val="1200"/>
              </a:spcAft>
              <a:defRPr sz="1800">
                <a:solidFill>
                  <a:srgbClr val="718096"/>
                </a:solidFill>
              </a:defRPr>
            </a:pPr>
            <a:r>
              <a:t>• No hardware to buy or maintain</a:t>
            </a:r>
          </a:p>
          <a:p>
            <a:pPr>
              <a:spcAft>
                <a:spcPts val="1200"/>
              </a:spcAft>
              <a:defRPr sz="1800">
                <a:solidFill>
                  <a:srgbClr val="718096"/>
                </a:solidFill>
              </a:defRPr>
            </a:pPr>
            <a:r>
              <a:t>• Shared but isolated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🍽️ Understanding Cloud: The Restaurant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8936"/>
                </a:solidFill>
              </a:defRPr>
            </a:pPr>
            <a:r>
              <a:t>🏠 Cook at Home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Your Laptop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Buy everything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Do all work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Limited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1887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8936"/>
                </a:solidFill>
              </a:defRPr>
            </a:pPr>
            <a:r>
              <a:t>🏪 Own Restaurant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Own Server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Big investment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Maintain it all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Fixed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8BB78"/>
                </a:solidFill>
              </a:defRPr>
            </a:pPr>
            <a:r>
              <a:t>🚚 Food Delivery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The Cloud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Pay per use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No maintenance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Scale easily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🚀 Why ML Engineers Need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💪 Training Power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GPU training: Hours instead of days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🌍 Always Available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Your model accessible 24/7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📈 Handles Growth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1 user or 1,000 users automatically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🤝 Team Collaboration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Access from anywhere globally</a:t>
            </a:r>
          </a:p>
          <a:p>
            <a:pPr>
              <a:spcAft>
                <a:spcPts val="400"/>
              </a:spcAft>
              <a:defRPr sz="1700" b="1">
                <a:solidFill>
                  <a:srgbClr val="667EEA"/>
                </a:solidFill>
              </a:defRPr>
            </a:pPr>
            <a:r>
              <a:t>💰 Cost Effective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No expensive hardware upfront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🌐 Major Cloud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ED8936"/>
                </a:solidFill>
              </a:defRPr>
            </a:pPr>
            <a:r>
              <a:t>AWS</a:t>
            </a:r>
          </a:p>
          <a:p>
            <a:pPr algn="ctr"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32% Market Share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Most Popular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188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4299E1"/>
                </a:solidFill>
              </a:defRPr>
            </a:pPr>
            <a:r>
              <a:t>Google Cloud</a:t>
            </a:r>
          </a:p>
          <a:p>
            <a:pPr algn="ctr"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10% Market Share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Best ML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9F7AEA"/>
                </a:solidFill>
              </a:defRPr>
            </a:pPr>
            <a:r>
              <a:t>Microsoft Azure</a:t>
            </a:r>
          </a:p>
          <a:p>
            <a:pPr algn="ctr"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23% Market Share</a:t>
            </a:r>
          </a:p>
          <a:p>
            <a:pPr algn="ctr">
              <a:defRPr sz="1300">
                <a:solidFill>
                  <a:srgbClr val="718096"/>
                </a:solidFill>
              </a:defRPr>
            </a:pPr>
            <a:r>
              <a:t>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This week we focus on AWS - most popular, best resources, skills transfer to other clouds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📦 Cloud Service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4C5FD5"/>
                </a:solidFill>
              </a:defRPr>
            </a:pPr>
            <a:r>
              <a:t>Three ways to use the cloud:</a:t>
            </a:r>
          </a:p>
          <a:p>
            <a:pPr>
              <a:spcAft>
                <a:spcPts val="400"/>
              </a:spcAft>
              <a:defRPr sz="1800" b="1">
                <a:solidFill>
                  <a:srgbClr val="667EEA"/>
                </a:solidFill>
              </a:defRPr>
            </a:pPr>
            <a:r>
              <a:t>🏗️ IaaS Infrastructure as a Service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Virtual servers you manage</a:t>
            </a:r>
          </a:p>
          <a:p>
            <a:pPr>
              <a:spcAft>
                <a:spcPts val="400"/>
              </a:spcAft>
              <a:defRPr sz="1800" b="1">
                <a:solidFill>
                  <a:srgbClr val="667EEA"/>
                </a:solidFill>
              </a:defRPr>
            </a:pPr>
            <a:r>
              <a:t>⚙️ PaaS Platform as a Service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Ready platform for your app</a:t>
            </a:r>
          </a:p>
          <a:p>
            <a:pPr>
              <a:spcAft>
                <a:spcPts val="400"/>
              </a:spcAft>
              <a:defRPr sz="1800" b="1">
                <a:solidFill>
                  <a:srgbClr val="667EEA"/>
                </a:solidFill>
              </a:defRPr>
            </a:pPr>
            <a:r>
              <a:t>📱 SaaS Software as a Service</a:t>
            </a:r>
          </a:p>
          <a:p>
            <a:pPr>
              <a:spcAft>
                <a:spcPts val="1600"/>
              </a:spcAft>
              <a:defRPr sz="1500">
                <a:solidFill>
                  <a:srgbClr val="718096"/>
                </a:solidFill>
              </a:defRPr>
            </a:pPr>
            <a:r>
              <a:t>Complete software ready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🏗️ IaaS - Infrastructure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i="1">
                <a:solidFill>
                  <a:srgbClr val="718096"/>
                </a:solidFill>
              </a:defRPr>
            </a:pPr>
            <a:r>
              <a:t>Like renting an empty apartment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Get: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Virtual computers, storage, networking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Manage: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OS, software, security, everything else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Examples: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AWS EC2, Google Compute Engine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Best For: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Maximum control, custom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⚙️ PaaS - Platform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i="1">
                <a:solidFill>
                  <a:srgbClr val="718096"/>
                </a:solidFill>
              </a:defRPr>
            </a:pPr>
            <a:r>
              <a:t>Like a furnished apartment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Get: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Ready platform for deployment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Manage: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Just your application code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Examples: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Heroku, Google App Engine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Best For: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Faster deployment, less hassle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📱 SaaS - Software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i="1">
                <a:solidFill>
                  <a:srgbClr val="718096"/>
                </a:solidFill>
              </a:defRPr>
            </a:pPr>
            <a:r>
              <a:t>Like a hotel with full service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Get: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Complete ready-to-use software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What You Manage: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Only your data and settings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Examples: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Gmail, Dropbox, Salesforce</a:t>
            </a:r>
          </a:p>
          <a:p>
            <a:pPr>
              <a:spcAft>
                <a:spcPts val="400"/>
              </a:spcAft>
              <a:defRPr sz="1600" b="1">
                <a:solidFill>
                  <a:srgbClr val="2D3748"/>
                </a:solidFill>
              </a:defRPr>
            </a:pPr>
            <a:r>
              <a:t>Best For: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End users, no technical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🔄 ML Deployment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718096"/>
                </a:solidFill>
              </a:defRPr>
            </a:pPr>
            <a:r>
              <a:t>From your laptop to production:</a:t>
            </a:r>
          </a:p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💻 1. Local Development → Build on your laptop</a:t>
            </a:r>
          </a:p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🧪 2. Testing → Verify it works</a:t>
            </a:r>
          </a:p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🚀 3. Staging → Test in production-like environment</a:t>
            </a:r>
          </a:p>
          <a:p>
            <a:pPr>
              <a:spcAft>
                <a:spcPts val="1600"/>
              </a:spcAft>
              <a:defRPr sz="1700">
                <a:solidFill>
                  <a:srgbClr val="2D3748"/>
                </a:solidFill>
              </a:defRPr>
            </a:pPr>
            <a:r>
              <a:t>🌍 4. Production → Live for real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6565"/>
                </a:solidFill>
              </a:defRPr>
            </a:pPr>
            <a:r>
              <a:t>⚠️ NEVER skip staging - always test before production!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💻 Stage 1: Local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Where: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Your laptop or local machine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What: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Write code, train models, debug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Tools: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Jupyter, VS Code, local Python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Pros: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Fast iteration, full control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Cons: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Limited power, not accessible to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🧪 Stage 2: Testing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Purpose: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Catch bugs before users see them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What: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Run automated tests, validate accuracy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Tools: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pytest, unittest, CI/CD pipelines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Duration: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Usually automated, runs in minutes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Goal: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Build confidence your code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🚀 Stage 3: Staging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Purpose: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Final checkpoint before going live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What: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Test in production-like conditions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Tests: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Load testing, performance, integrations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Critical: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If it fails here, DON'T go to production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Why: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Catches issues testing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🌍 Stage 4: Production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What: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Your model serving REAL users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Responsibilities: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Monitor, maintain, secure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Requirements: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99.9%+ uptime, fast response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Reality: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24/7 availability, real data</a:t>
            </a:r>
          </a:p>
          <a:p>
            <a:pPr>
              <a:spcAft>
                <a:spcPts val="400"/>
              </a:spcAft>
              <a:defRPr sz="1600" b="1">
                <a:solidFill>
                  <a:srgbClr val="4C5FD5"/>
                </a:solidFill>
              </a:defRPr>
            </a:pPr>
            <a:r>
              <a:t>Remember: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No experiments here - test in staging first!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📺 Real Example: Netflix's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C5FD5"/>
                </a:solidFill>
              </a:defRPr>
            </a:pPr>
            <a:r>
              <a:t>The Evolution: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2007: Engineers' laptops (just starting)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2008: Dedicated servers (growing pains)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2009: Migrated to AWS (big decision)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Today: 230M+ users globally, 99.9% uptime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BB78"/>
                </a:solidFill>
              </a:defRPr>
            </a:pPr>
            <a:r>
              <a:t>Lesson: Even Netflix started small. Cloud lets you start simple and scale as you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🎓 Your Bootcamp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Weeks 1-16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Built ML models ✅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Week 17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Created APIs with FastAPI ✅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Week 18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Containerized with Docker ✅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Week 20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Understanding deployment (Today!)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Weeks 21-24</a:t>
            </a:r>
          </a:p>
          <a:p>
            <a:pPr>
              <a:spcAft>
                <a:spcPts val="1400"/>
              </a:spcAft>
              <a:defRPr sz="1400">
                <a:solidFill>
                  <a:srgbClr val="718096"/>
                </a:solidFill>
              </a:defRPr>
            </a:pPr>
            <a:r>
              <a:t>Deploy your capstone!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✅ Day 1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0898" y="2135011"/>
            <a:ext cx="773894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</a:defRPr>
            </a:pPr>
            <a:r>
              <a:rPr b="1" dirty="0"/>
              <a:t>Netflix started small, scaled with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1188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Tomorrow: AWS Deep Dive with Live Demos!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Office PowerPoint</Application>
  <PresentationFormat>On-screen Show (16:9)</PresentationFormat>
  <Paragraphs>182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faizan zubair</cp:lastModifiedBy>
  <cp:revision>2</cp:revision>
  <dcterms:created xsi:type="dcterms:W3CDTF">2013-01-27T09:14:16Z</dcterms:created>
  <dcterms:modified xsi:type="dcterms:W3CDTF">2025-12-05T08:13:26Z</dcterms:modified>
  <cp:category/>
</cp:coreProperties>
</file>