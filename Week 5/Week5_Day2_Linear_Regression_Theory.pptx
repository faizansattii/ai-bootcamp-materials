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0270" y="1219200"/>
            <a:ext cx="61034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553998" y="2209800"/>
            <a:ext cx="2036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5 - Day 2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599755" y="3048000"/>
            <a:ext cx="39443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Machine Learning Algorithm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59688" y="3619500"/>
            <a:ext cx="24246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+ Hands-on Practice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6148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Linear Regression?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6509"/>
            <a:ext cx="8229600" cy="1340941"/>
          </a:xfrm>
          <a:prstGeom prst="roundRect">
            <a:avLst>
              <a:gd name="adj" fmla="val 568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116509"/>
            <a:ext cx="0" cy="134094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3522" y="1421309"/>
            <a:ext cx="7714107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is a supervised learning algorithm used to predict a continuous numerical value based on input features.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82043" y="2971800"/>
            <a:ext cx="1790105" cy="1607790"/>
          </a:xfrm>
          <a:prstGeom prst="roundRect">
            <a:avLst>
              <a:gd name="adj" fmla="val 473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58802" y="316230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783653" y="3771900"/>
            <a:ext cx="1386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Task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947904" y="4236690"/>
            <a:ext cx="10583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numbers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76948" y="2838450"/>
            <a:ext cx="1790105" cy="1874490"/>
          </a:xfrm>
          <a:prstGeom prst="roundRect">
            <a:avLst>
              <a:gd name="adj" fmla="val 425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3706" y="30289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814495" y="3638550"/>
            <a:ext cx="151501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Relationship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39014" y="4370040"/>
            <a:ext cx="1065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a straight line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71852" y="2838450"/>
            <a:ext cx="1790105" cy="1874490"/>
          </a:xfrm>
          <a:prstGeom prst="roundRect">
            <a:avLst>
              <a:gd name="adj" fmla="val 4257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8611" y="30289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909399" y="3638550"/>
            <a:ext cx="151501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&amp; Powerful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88" y="4370040"/>
            <a:ext cx="1172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13520"/>
            <a:ext cx="2743200" cy="157728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013520"/>
            <a:ext cx="0" cy="157728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20402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95300" y="166881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Prediction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5300" y="2057400"/>
            <a:ext cx="2448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price based on size, bedrooms, location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0" y="1108770"/>
            <a:ext cx="2743200" cy="1386780"/>
          </a:xfrm>
          <a:prstGeom prst="roundRect">
            <a:avLst>
              <a:gd name="adj" fmla="val 549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19450" y="1108770"/>
            <a:ext cx="0" cy="138678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0900" y="129927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390900" y="176406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Estimation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90900" y="2152650"/>
            <a:ext cx="2448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salary from years of experience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0" y="1013520"/>
            <a:ext cx="2743200" cy="157728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15050" y="1013520"/>
            <a:ext cx="0" cy="157728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500" y="120402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286500" y="166881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Forecasting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86500" y="2057400"/>
            <a:ext cx="2448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future sales from advertising spend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4800" y="2743200"/>
            <a:ext cx="2743200" cy="157728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850" y="2743200"/>
            <a:ext cx="0" cy="157728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300" y="2933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95300" y="339849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Prediction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300" y="3787080"/>
            <a:ext cx="2448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temperature from historical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0" y="2838450"/>
            <a:ext cx="2743200" cy="1386780"/>
          </a:xfrm>
          <a:prstGeom prst="roundRect">
            <a:avLst>
              <a:gd name="adj" fmla="val 549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19450" y="2838450"/>
            <a:ext cx="0" cy="138678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0900" y="302895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3390900" y="349374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Price Trends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390900" y="3882330"/>
            <a:ext cx="2448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price movements over 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6000" y="2838450"/>
            <a:ext cx="2743200" cy="1386780"/>
          </a:xfrm>
          <a:prstGeom prst="roundRect">
            <a:avLst>
              <a:gd name="adj" fmla="val 549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115050" y="2838450"/>
            <a:ext cx="0" cy="138678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6500" y="302895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286500" y="3493740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Consumption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86500" y="3882330"/>
            <a:ext cx="2448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usage from weather conditions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04800" y="4549080"/>
            <a:ext cx="85344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003402" y="4549080"/>
            <a:ext cx="31371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Pattern: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a number from other numbers!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Linear Equation</a:t>
            </a:r>
            <a:endParaRPr lang="en-US" sz="2700" dirty="0"/>
          </a:p>
        </p:txBody>
      </p:sp>
      <p:pic>
        <p:nvPicPr>
          <p:cNvPr id="4" name="Image 0" descr="/tmp/rasterized-gradient-b39961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9191" y="1323975"/>
            <a:ext cx="3045470" cy="1028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1908" y="1552575"/>
            <a:ext cx="26400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mx + b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1321147" y="2809875"/>
            <a:ext cx="1396901" cy="184785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36325" y="2838450"/>
            <a:ext cx="1366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36325" y="3448050"/>
            <a:ext cx="13665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Prediction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36325" y="4210050"/>
            <a:ext cx="13665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predict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22848" y="3038475"/>
            <a:ext cx="1396901" cy="1390650"/>
          </a:xfrm>
          <a:prstGeom prst="roundRect">
            <a:avLst>
              <a:gd name="adj" fmla="val 5479"/>
            </a:avLst>
          </a:prstGeom>
          <a:solidFill>
            <a:srgbClr val="F5F5F5"/>
          </a:solidFill>
          <a:ln w="28575">
            <a:solidFill>
              <a:srgbClr val="FF6B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038026" y="3067050"/>
            <a:ext cx="1366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038026" y="3676650"/>
            <a:ext cx="1366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038026" y="4171950"/>
            <a:ext cx="1366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steep the line is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549" y="3038475"/>
            <a:ext cx="1396901" cy="1390650"/>
          </a:xfrm>
          <a:prstGeom prst="roundRect">
            <a:avLst>
              <a:gd name="adj" fmla="val 5479"/>
            </a:avLst>
          </a:prstGeom>
          <a:solidFill>
            <a:srgbClr val="F5F5F5"/>
          </a:solidFill>
          <a:ln w="28575">
            <a:solidFill>
              <a:srgbClr val="2C3E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39726" y="3067050"/>
            <a:ext cx="1366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39726" y="3676650"/>
            <a:ext cx="1366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Feature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739726" y="4171950"/>
            <a:ext cx="1366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26250" y="2943225"/>
            <a:ext cx="1396901" cy="158115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41427" y="2971800"/>
            <a:ext cx="1366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41427" y="3581400"/>
            <a:ext cx="1366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41427" y="4076700"/>
            <a:ext cx="13665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 (y when x=0)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4503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Slope &amp; Intercept</a:t>
            </a:r>
            <a:endParaRPr lang="en-US" sz="2700" dirty="0"/>
          </a:p>
        </p:txBody>
      </p:sp>
      <p:pic>
        <p:nvPicPr>
          <p:cNvPr id="4" name="Image 0" descr="/tmp/rasterized-gradient-694a18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085850"/>
            <a:ext cx="4114800" cy="1562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71192" y="11239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31035" y="1809750"/>
            <a:ext cx="10623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(m)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8517" y="2419350"/>
            <a:ext cx="3067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y changes when x increases by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4800" y="2800350"/>
            <a:ext cx="4114800" cy="20955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29527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slope (m &gt; 0):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575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goes up (e.g., salary increases with experience)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6004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slope (m &lt; 0):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052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goes down (e.g., car value decreases with age)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2481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 slope (large |m|):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5529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relationship between x and y</a:t>
            </a:r>
            <a:endParaRPr lang="en-US" sz="1050" dirty="0"/>
          </a:p>
        </p:txBody>
      </p:sp>
      <p:pic>
        <p:nvPicPr>
          <p:cNvPr id="15" name="Image 1" descr="/tmp/rasterized-gradient-7c0a89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219200"/>
            <a:ext cx="4114800" cy="15621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90792" y="125730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6108092" y="1943100"/>
            <a:ext cx="1347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(b)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185575" y="2552700"/>
            <a:ext cx="3192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line crosses the y-axis (when x = 0)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24400" y="2933700"/>
            <a:ext cx="4114800" cy="182880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76800" y="30861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76800" y="34671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= $50,000 per bedroom + $100,000 base price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76800" y="38100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$50,000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(slope)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76800" y="40767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$100,000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(intercept)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76800" y="441960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3 bedrooms: $250,000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70048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Function: Mean Squared Error (MSE)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01179"/>
            <a:ext cx="8229600" cy="118110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101179"/>
            <a:ext cx="0" cy="118110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3522" y="1405979"/>
            <a:ext cx="7714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measure how good our line is? We use a 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Function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calculate the error between predictions and actual values.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81051" y="2587079"/>
            <a:ext cx="1524000" cy="1531590"/>
          </a:xfrm>
          <a:prstGeom prst="roundRect">
            <a:avLst>
              <a:gd name="adj" fmla="val 5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4758" y="262517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965811" y="3234779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error for each 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81297" y="3890070"/>
            <a:ext cx="1523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= Actual - Predicted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09851" y="2701379"/>
            <a:ext cx="1524000" cy="1302990"/>
          </a:xfrm>
          <a:prstGeom prst="roundRect">
            <a:avLst>
              <a:gd name="adj" fmla="val 584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3558" y="273947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945353" y="3349079"/>
            <a:ext cx="1252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each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38635" y="3775770"/>
            <a:ext cx="14664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all errors positive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38651" y="2701379"/>
            <a:ext cx="1524000" cy="1302990"/>
          </a:xfrm>
          <a:prstGeom prst="roundRect">
            <a:avLst>
              <a:gd name="adj" fmla="val 584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2358" y="273947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804362" y="3349079"/>
            <a:ext cx="1192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average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81176" y="3775770"/>
            <a:ext cx="10389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your MSE!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55020" y="4423470"/>
            <a:ext cx="2633960" cy="22860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28680" y="4423470"/>
            <a:ext cx="268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m and b that minimize MSE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59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Gradient Descent?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6671" y="1415355"/>
            <a:ext cx="7650659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75246" y="1415355"/>
            <a:ext cx="0" cy="74295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1058" y="1643955"/>
            <a:ext cx="72790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finds the best m and b by iteratively moving toward minimum error.</a:t>
            </a:r>
            <a:endParaRPr lang="en-US" sz="1500" dirty="0"/>
          </a:p>
        </p:txBody>
      </p:sp>
      <p:pic>
        <p:nvPicPr>
          <p:cNvPr id="7" name="Image 0" descr="/tmp/rasterized-gradient-6dd3c1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4825" y="2310705"/>
            <a:ext cx="3854351" cy="14172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20113" y="2348805"/>
            <a:ext cx="150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🏔️ ➡️ 🏞️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779947" y="3004096"/>
            <a:ext cx="35839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hiking down a mountain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606281" y="3499396"/>
            <a:ext cx="3931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small steps downhill until you reach the lowest point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82925" y="3956596"/>
            <a:ext cx="1812875" cy="457200"/>
          </a:xfrm>
          <a:prstGeom prst="roundRect">
            <a:avLst>
              <a:gd name="adj" fmla="val 16667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64796" y="3956596"/>
            <a:ext cx="18491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Gradient: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Steepest direction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48200" y="4070896"/>
            <a:ext cx="1812875" cy="228600"/>
          </a:xfrm>
          <a:prstGeom prst="roundRect">
            <a:avLst>
              <a:gd name="adj" fmla="val 3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94892" y="4070896"/>
            <a:ext cx="1719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Descent: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Going downhill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8966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Gradient Descent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80975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33" y="18097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182880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82880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random values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 and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" y="215265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33" y="21526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7750" y="217170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7750" y="217170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cost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(MSE) with current m and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249555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33" y="24955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7750" y="251460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47750" y="251460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gradients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(how to adjust m and 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800" y="283845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4133" y="28384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7750" y="285750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47750" y="285750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 and b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taking small steps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4800" y="318135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133" y="31813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7750" y="320040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47750" y="320040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until cost stops decreasing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4800" y="3600450"/>
            <a:ext cx="85344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12623" y="3600450"/>
            <a:ext cx="3318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 size (balance speed vs accuracy)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5177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Assumptions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93589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80338" y="1284089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43940" y="1855589"/>
            <a:ext cx="1036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427089"/>
            <a:ext cx="4114800" cy="2461171"/>
          </a:xfrm>
          <a:prstGeom prst="roundRect">
            <a:avLst>
              <a:gd name="adj" fmla="val 30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57948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linear relationships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929979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capture curves or complex patterns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7287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outliers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623370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values can skew the 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96627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independence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1676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should not be correlated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1093589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99938" y="1284089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964787" y="1855589"/>
            <a:ext cx="163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24400" y="2427089"/>
            <a:ext cx="4114800" cy="2461171"/>
          </a:xfrm>
          <a:prstGeom prst="roundRect">
            <a:avLst>
              <a:gd name="adj" fmla="val 30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6800" y="257948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relationship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5400" y="2929979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and Y are linearly related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327287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distribution of errors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400" y="3623370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follow a bell curve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6800" y="396627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Homoscedasticity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6800" y="431676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variance of errors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0950" y="381000"/>
            <a:ext cx="39619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Practice!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68004" y="1257300"/>
            <a:ext cx="4407991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93751" y="148590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33752" y="1504950"/>
            <a:ext cx="24842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Jupyter Notebook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93751" y="194310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2215" y="1962150"/>
            <a:ext cx="3661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Linear Regression from scratch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93751" y="240030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41201" y="2419350"/>
            <a:ext cx="17245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the results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90138" y="346710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229350" y="3962400"/>
            <a:ext cx="468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build your first ML model!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Day 2 - Linear Regression</dc:title>
  <dc:subject>PptxGenJS Presentation</dc:subject>
  <dc:creator>AI Bootcamp</dc:creator>
  <cp:lastModifiedBy>AI Bootcamp</cp:lastModifiedBy>
  <cp:revision>1</cp:revision>
  <dcterms:created xsi:type="dcterms:W3CDTF">2025-11-14T07:41:54Z</dcterms:created>
  <dcterms:modified xsi:type="dcterms:W3CDTF">2025-11-14T07:41:54Z</dcterms:modified>
</cp:coreProperties>
</file>