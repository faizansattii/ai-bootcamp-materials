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🔗 LangChain II: Advanced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Structured Outputs, Memory &amp; LangSmith Debugging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Week 14 - Day 4 | AI Bootcamp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67EEA"/>
                </a:solidFill>
              </a:defRPr>
            </a:pPr>
            <a:r>
              <a:t>📚 Quick Recap from Day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🔧 What We Learned: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Prompt Templates for reusable prompts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LLMChains and Sequential Chains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Conversational chains with memory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Runnables (modern LCEL API)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 b="1">
                <a:solidFill>
                  <a:srgbClr val="FF8C00"/>
                </a:solidFill>
              </a:defRPr>
            </a:pPr>
            <a:r>
              <a:t>💡 Key Takeaway: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LangChain simplifies LLM application development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 b="1">
                <a:solidFill>
                  <a:srgbClr val="FF8C00"/>
                </a:solidFill>
              </a:defRPr>
            </a:pPr>
            <a:r>
              <a:t>🎯 Today: Advanced features + Production tools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Structured outputs (clean, validated data)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Advanced memory patterns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Debugging with LangSmith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67EEA"/>
                </a:solidFill>
              </a:defRPr>
            </a:pPr>
            <a:r>
              <a:t>🎯 Today's Advanced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1️⃣ Structured Outputs with Pydantic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Force LLM to return valid JSON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Type validation and error handling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2️⃣ Advanced Memory Patterns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Different memory types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Context persistence strategies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Memory optimization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3️⃣ LangSmith for Production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Debugging LLM chains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Tracing and monitoring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Performance optimization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🚀 From development to production!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67EEA"/>
                </a:solidFill>
              </a:defRPr>
            </a:pPr>
            <a:r>
              <a:t>⚠️ Problem: Unstructured LLM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600" b="1">
                <a:solidFill>
                  <a:srgbClr val="DC3545"/>
                </a:solidFill>
              </a:defRPr>
            </a:pPr>
            <a:r>
              <a:t>❌ Raw LLM responses are unpredictable: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Sometimes JSON, sometimes text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Missing fields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Wrong data types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Extra explanatory text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🔧 Example Problem: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Prompt: "Extract name and age as JSON"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Response: "Sure! Here's the data: {name: John, age: 25}..."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 b="1">
                <a:solidFill>
                  <a:srgbClr val="FF8C00"/>
                </a:solidFill>
              </a:defRPr>
            </a:pPr>
            <a:r>
              <a:t>💡 We need: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Guaranteed JSON format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Validated fields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Type checking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Error handling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67EEA"/>
                </a:solidFill>
              </a:defRPr>
            </a:pPr>
            <a:r>
              <a:t>✅ Solution: Structured Outputs with Pydantic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📖 What is Pydantic?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Python library for data validation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Define schemas with classes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Automatic type checking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🔗 LangChain + Pydantic: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Define output structure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LangChain enforces the schema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Get validated Python objects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 b="1">
                <a:solidFill>
                  <a:srgbClr val="FF8C00"/>
                </a:solidFill>
              </a:defRPr>
            </a:pPr>
            <a:r>
              <a:t>💡 Benefits: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Reliable, predictable outputs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Type safety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Easy integration with your code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Production-ready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67EEA"/>
                </a:solidFill>
              </a:defRPr>
            </a:pPr>
            <a:r>
              <a:t>📝 Structured Output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3931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❌ Without Structure: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Output: String (unpredictable)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"The person is John, 25 years"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"Name: John, Age: 25"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{name: John, age: '25'}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Issues: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Must parse manually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Handle many formats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Error-prone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Hard to use in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188720"/>
            <a:ext cx="3931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✅ With Pydantic: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Output: Python object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Person(name='John', age=25)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Always same format: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person.name → 'John'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person.age → 25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Benefits: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Direct field access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Type validated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Guaranteed format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Easy to use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67EEA"/>
                </a:solidFill>
              </a:defRPr>
            </a:pPr>
            <a:r>
              <a:t>🧠 Memory Types in LangChain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Day 3: ConversationBufferMemory (basic)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 b="1">
                <a:solidFill>
                  <a:srgbClr val="FF8C00"/>
                </a:solidFill>
              </a:defRPr>
            </a:pPr>
            <a:r>
              <a:t>🎯 Advanced Memory Types: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1️⃣ ConversationSummaryMemory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Summarizes old messages to save tokens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2️⃣ ConversationBufferWindowMemory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Keeps only last N messages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3️⃣ ConversationEntityMemory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Tracks entities (names, places) separately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4️⃣ VectorStoreMemory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Semantic search over conversation history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67EEA"/>
                </a:solidFill>
              </a:defRPr>
            </a:pPr>
            <a:r>
              <a:t>🤔 When to Use Each Memory Type?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3931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📊 ConversationBufferMemory: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Short conversations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Need full history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Tokens not a concern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📝 ConversationSummaryMemory: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Long conversations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Token limits matter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Okay to lose details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🪟 BufferWindowMemory: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Recent context matters most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Fixed token budget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Fast, efficient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188720"/>
            <a:ext cx="3931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👤 EntityMemory: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Track specific information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Customer service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Personalization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🔍 VectorStoreMemory: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Very long conversations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Retrieve relevant context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Best accuracy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💡 Today's Focus: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BufferWindowMemory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SummaryMemory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Practical examples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67EEA"/>
                </a:solidFill>
              </a:defRPr>
            </a:pPr>
            <a:r>
              <a:t>🔍 LangSmith: Debugging &amp;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600" b="1">
                <a:solidFill>
                  <a:srgbClr val="FF8C00"/>
                </a:solidFill>
              </a:defRPr>
            </a:pPr>
            <a:r>
              <a:t>🎯 The Problem: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LLM chains are complex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Hard to debug failures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Unclear where issues happen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No visibility into costs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 b="1">
                <a:solidFill>
                  <a:srgbClr val="008000"/>
                </a:solidFill>
              </a:defRPr>
            </a:pPr>
            <a:r>
              <a:t>✅ LangSmith Solution: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Trace every LLM call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See inputs/outputs at each step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Monitor latency and tokens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Debug errors quickly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 b="1">
                <a:solidFill>
                  <a:srgbClr val="FF8C00"/>
                </a:solidFill>
              </a:defRPr>
            </a:pPr>
            <a:r>
              <a:t>💡 Think of it as: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DevTools for LLM applications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Like print debugging but better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67EEA"/>
                </a:solidFill>
              </a:defRPr>
            </a:pPr>
            <a:r>
              <a:t>🛠️ LangSmith 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1️⃣ Tracing: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See every step in your chain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View inputs, outputs, timing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2️⃣ Debugging: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Identify where chains fail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Test prompts and iterations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3️⃣ Monitoring: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Track token usage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Monitor costs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Measure latency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4️⃣ Evaluation: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Test prompt variations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Compare outputs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Find best approach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67EEA"/>
                </a:solidFill>
              </a:defRPr>
            </a:pPr>
            <a:r>
              <a:t>⚙️ Setting Up LangSmith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📝 Quick Setup: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1. Sign up: https://smith.langchain.com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2. Get API key from settings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3. Set environment variables: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   • LANGCHAIN_TRACING_V2=true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   • LANGCHAIN_API_KEY=your-key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4. Run your code - traces appear automatically!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 b="1">
                <a:solidFill>
                  <a:srgbClr val="FF8C00"/>
                </a:solidFill>
              </a:defRPr>
            </a:pPr>
            <a:r>
              <a:t>💡 Benefits: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Free tier available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Instant insights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Production monitoring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Team collaboration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67EEA"/>
                </a:solidFill>
              </a:defRPr>
            </a:pPr>
            <a:r>
              <a:t>🎯 Today's Hands-On Projects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🛠️ What We'll Build: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Project 1: Data Extraction Bot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Use Pydantic for structured outputs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Extract entities from text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Project 2: Smart Chatbot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WindowMemory for recent context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SummaryMemory for long conversations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Project 3: Production-Ready Chain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Add LangSmith tracing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Debug and optimize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Monitor performance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 b="1">
                <a:solidFill>
                  <a:srgbClr val="008000"/>
                </a:solidFill>
              </a:defRPr>
            </a:pPr>
            <a:r>
              <a:t>✅ Real-world, production-ready skills!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67EEA"/>
                </a:solidFill>
              </a:defRPr>
            </a:pPr>
            <a:r>
              <a:t>📚 Summary: Key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600" b="1">
                <a:solidFill>
                  <a:srgbClr val="FF8C00"/>
                </a:solidFill>
              </a:defRPr>
            </a:pPr>
            <a:r>
              <a:t>🎯 Key Takeaways: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1️⃣ Structured Outputs = Reliable, validated data from LLMs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2️⃣ Pydantic = Type-safe schemas for LLM responses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3️⃣ Advanced Memory = Choose the right memory for your use case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4️⃣ LangSmith = Essential for debugging and production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5️⃣ Production-Ready = These tools make apps reliable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🚀 Next: Hands-on implementation!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