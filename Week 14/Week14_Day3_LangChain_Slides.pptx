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🔗 LangChain I: Building with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Prompt Templates, Chains &amp; Conversational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Week 14 - Day 3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📚 Quick Recap from Day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🔧 What We Learned: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Fine-tuning LLMs with LoRA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Parameter-Efficient Fine-Tuning (PEFT)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Only train 0.1-2% of parameters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💡 Key Takeaway: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LoRA makes fine-tuning accessible and fast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🎯 Today: Build applications with LLMs using LangChain!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No training needed - use existing models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Focus on application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🔗 What is LangChain?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📖 Definition: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Framework for building applications with LLMs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Created by Harrison Chase (2022)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Most popular LLM application framework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🎯 Purpose: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Simplify LLM application development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Provide reusable components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Handle common patterns (prompts, chains, memory)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💡 Think of it as: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Flask/FastAPI but for LLM applications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Building blocks for AI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💡 Why Use LangChain?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008000"/>
                </a:solidFill>
              </a:defRPr>
            </a:pPr>
            <a:r>
              <a:t>✅ Without LangChain: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Write custom code for every LLM interaction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Handle API calls manually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Build prompt management from scratch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Implement memory yourself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008000"/>
                </a:solidFill>
              </a:defRPr>
            </a:pPr>
            <a:r>
              <a:t>✅ With LangChain: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Pre-built components for common tasks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Easy model switching (GPT → Claude → Llama)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Built-in memory and conversation handling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Production-ready patterns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🎯 Result: Build faster, focus on your application logic!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🧩 LangChain Core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1️⃣ Prompt Templates: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Reusable prompt structures with variables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2️⃣ Chains: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Combine multiple components into workflows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3️⃣ Agents: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LLMs that can use tools and make decisions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4️⃣ Memory: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Store conversation history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5️⃣ Retrieval: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Connect to external data sources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🎯 Today: Focus on #1, #2, and #3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📝 Prompt 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🎯 Problem: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Writing same prompt structure repeatedly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Hard to maintain consistent prompts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008000"/>
                </a:solidFill>
              </a:defRPr>
            </a:pPr>
            <a:r>
              <a:t>✅ Solution: Prompt Templates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Define once, reuse with different variables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📖 Example: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Template: 'Translate {text} to {language}'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Uses: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'Translate Hello to Spanish' → Hola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'Translate Goodbye to French' → Au revoir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💡 Clean, reusable, maintainable!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⛓️ Chains: Connecting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📖 What is a Chain?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Sequence of operations with LLM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Output of one step → Input of next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🔧 Simple Chain Example: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1. Get user question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2. Format with template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3. Send to LLM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4. Return response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🎯 Complex Chain Example: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1. User asks question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2. Search documents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3. Format context + question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4. LLM generates answer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💡 Chains = Reusable workflows!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🔗 Types of Chains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📝 LLMChain: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Simplest chain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Prompt → LLM → Output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Use for: Single LLM calls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🔄 Sequential Chain: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Multiple steps in order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Output1 → Input2 → Output2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Use for: Multi-step tasks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🌳 Router Chain: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Choose path based on input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Route to different chains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Use for: Multiple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18872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💬 Conversation Chain: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Maintains chat history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Remembers context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Use for: Chatbots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🔍 Retrieval Chain: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Searches documents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Adds context to prompt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Use for: Q&amp;A systems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🎯 Today's Focus: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LLMChain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Conversation Chain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Building simple agents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🏃 Runnables: Modern LangChain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📖 What are Runnables?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New LangChain interface (v0.1.0+)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Everything is a 'Runnable'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Unified, consistent API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🎯 Key Methods: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.invoke() - Run once with input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.stream() - Stream response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.batch() - Process multiple inputs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008000"/>
                </a:solidFill>
              </a:defRPr>
            </a:pPr>
            <a:r>
              <a:t>✅ Benefits: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Cleaner code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Better composition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Easier debugging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💡 Think: Everything works the same way!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🤖 Conversational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📖 What is an Agent?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LLM that can make decisions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Can use tools (search, calculator, APIs)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Decides what to do based on input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🔧 How Agents Work: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1. Receive user input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2. Decide which tool to use (if any)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3. Execute tool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4. Generate response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5. Repeat if needed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🎯 Use Cases: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Chatbots with web search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Virtual assistants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Customer support bots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🎯 Today's Hands-On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🛠️ What We'll Build: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Project 1: Simple Q&amp;A Bot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Using prompt templates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Basic LLMChain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Project 2: Multi-Step Chain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Sequential processing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Chaining multiple LLM calls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Project 3: Conversational Agent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With memory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Maintains context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Natural conversations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008000"/>
                </a:solidFill>
              </a:defRPr>
            </a:pPr>
            <a:r>
              <a:t>✅ All projects use OpenAI/Local models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🌐 LangChain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📦 Core Libraries: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langchain - Main library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langchain-openai - OpenAI integration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langchain-community - Community models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🛠️ Additional Tools: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LangSmith - Debugging &amp; monitoring (Day 4!)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LangServe - Deploy chains as APIs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LangGraph - Advanced agent workflows (Day 4!)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📚 Integrations: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100+ LLM providers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Vector databases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External APIs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📚 Summary: 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🎯 Key Takeaways: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1️⃣ LangChain = Framework for building LLM apps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2️⃣ Prompt Templates = Reusable prompt structures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3️⃣ Chains = Workflows that connect components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4️⃣ Runnables = Modern, unified API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5️⃣ Agents = LLMs that make decisions and use tools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🚀 Next: Hands-on building with LangChain!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