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🔧 Fine-Tuning LLMs with LoRA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Parameter-Efficient Fine-Tuning (PEFT)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Week 14 - Day 2 | AI Bootcamp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67EEA"/>
                </a:solidFill>
              </a:defRPr>
            </a:pPr>
            <a:r>
              <a:t>📚 Quick Recap from Day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🔄 What is Fine-Tuning?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Taking a pretrained model (like GPT, BERT)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Training it on specific, high-quality data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Specializing the model for your task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 b="1">
                <a:solidFill>
                  <a:srgbClr val="FF8C00"/>
                </a:solidFill>
              </a:defRPr>
            </a:pPr>
            <a:r>
              <a:t>💡 Why Fine-Tune?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Better performance on specific tasks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Domain-specific knowledge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Consistent output format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 b="1">
                <a:solidFill>
                  <a:srgbClr val="FF8C00"/>
                </a:solidFill>
              </a:defRPr>
            </a:pPr>
            <a:r>
              <a:t>🎯 Today: Learn HOW to fine-tune efficiently!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67EEA"/>
                </a:solidFill>
              </a:defRPr>
            </a:pPr>
            <a:r>
              <a:t>🔧 Full Fine-Tuning: The Traditional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📖 What is Full Fine-Tuning?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Update ALL parameters of the model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Retrain every single weight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Example: All 7 billion parameters in Llama-2-7B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 b="1">
                <a:solidFill>
                  <a:srgbClr val="008000"/>
                </a:solidFill>
              </a:defRPr>
            </a:pPr>
            <a:r>
              <a:t>✅ Advantages: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Maximum flexibility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Can adapt model completely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Best performance potential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 b="1">
                <a:solidFill>
                  <a:srgbClr val="DC3545"/>
                </a:solidFill>
              </a:defRPr>
            </a:pPr>
            <a:r>
              <a:t>❌ But... there's a big problem!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67EEA"/>
                </a:solidFill>
              </a:defRPr>
            </a:pPr>
            <a:r>
              <a:t>⚠️ The Problem with Full Fine-Tuning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💰 Computational Cost: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Need powerful GPUs (A100, H100)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Expensive cloud compute ($2-5 per hour)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🧠 Memory Requirements: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7B model needs ~28GB+ VRAM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13B model needs ~52GB+ VRAM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Most consumer GPUs can't handle it!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⏱️ Time Intensive: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Hours to days of training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 b="1">
                <a:solidFill>
                  <a:srgbClr val="FF8C00"/>
                </a:solidFill>
              </a:defRPr>
            </a:pPr>
            <a:r>
              <a:t>💡 Solution: Parameter-Efficient Fine-Tuning (PEFT)!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67EEA"/>
                </a:solidFill>
              </a:defRPr>
            </a:pPr>
            <a:r>
              <a:t>🚀 Parameter-Efficient Fine-Tuning (PEFT)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600" b="1">
                <a:solidFill>
                  <a:srgbClr val="FF8C00"/>
                </a:solidFill>
              </a:defRPr>
            </a:pPr>
            <a:r>
              <a:t>🎯 Key Idea: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Don't update ALL parameters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Only train a SMALL subset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Keep most of the model FROZEN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 b="1">
                <a:solidFill>
                  <a:srgbClr val="008000"/>
                </a:solidFill>
              </a:defRPr>
            </a:pPr>
            <a:r>
              <a:t>✅ Benefits: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Much less memory needed (10x-100x reduction!)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Faster training (hours → minutes)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Cheaper (consumer GPUs work!)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Can train multiple adapters for different tasks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🔧 PEFT Methods: LoRA, Adapters, Prompt Tuning, Prefix Tuning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67EEA"/>
                </a:solidFill>
              </a:defRPr>
            </a:pPr>
            <a:r>
              <a:t>🎯 LoRA: Low-Rank Adaptation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📖 What is LoRA?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Most popular PEFT method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Developed by Microsoft Research (2021)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Low-Rank Adaptation of Large Language Models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 b="1">
                <a:solidFill>
                  <a:srgbClr val="FF8C00"/>
                </a:solidFill>
              </a:defRPr>
            </a:pPr>
            <a:r>
              <a:t>💡 Core Concept: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Add small 'adapter' layers to the model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Train only these adapters (1-2% of parameters!)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Keep original model weights frozen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 b="1">
                <a:solidFill>
                  <a:srgbClr val="FF8C00"/>
                </a:solidFill>
              </a:defRPr>
            </a:pPr>
            <a:r>
              <a:t>🎯 Result: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Same performance as full fine-tuning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10,000x fewer trainable parameters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67EEA"/>
                </a:solidFill>
              </a:defRPr>
            </a:pPr>
            <a:r>
              <a:t>🧮 How LoRA Works (Simplified Math)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🔢 Original Model Weight Matrix: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Large matrix W (e.g., 4096 x 4096)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Millions of parameters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 b="1">
                <a:solidFill>
                  <a:srgbClr val="FF8C00"/>
                </a:solidFill>
              </a:defRPr>
            </a:pPr>
            <a:r>
              <a:t>💡 LoRA's Idea: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Instead of updating W directly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Add two small matrices: A and B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W_new = W_frozen + (A × B)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📏 Low-Rank Decomposition: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A: 4096 × 8 (rank = 8)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B: 8 × 4096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Only train A and B (much smaller!)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 b="1">
                <a:solidFill>
                  <a:srgbClr val="FF8C00"/>
                </a:solidFill>
              </a:defRPr>
            </a:pPr>
            <a:r>
              <a:t>🎯 Result: 1-2% of original parameters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67EEA"/>
                </a:solidFill>
              </a:defRPr>
            </a:pPr>
            <a:r>
              <a:t>🔍 LoRA vs Full Fine-Tuning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3931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❌ Full Fine-Tuning: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Update all parameters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Original model: 7B params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Trainable params: 7B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Memory: ~28GB VRAM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Time: 10-20 hours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Cost: $$$$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Example: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Llama-2-7B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└─ 7,000,000,000 parameters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   ALL trainable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188720"/>
            <a:ext cx="3931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✅ LoRA Fine-Tuning: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Update only adapters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Original model: 7B params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Trainable params: 8-16M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Memory: ~4-6GB VRAM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Time: 30-60 minutes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• Cost: $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Example: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Llama-2-7B + LoRA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└─ 7,000,000,000 frozen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400">
                <a:solidFill>
                  <a:srgbClr val="212529"/>
                </a:solidFill>
              </a:defRPr>
            </a:pPr>
            <a:r>
              <a:t>└─ 8,000,000 trainable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67EEA"/>
                </a:solidFill>
              </a:defRPr>
            </a:pPr>
            <a:r>
              <a:t>✨ Why LoRA is Game-Changing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💾 Memory Efficiency: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Train on consumer GPUs (RTX 4090, 3090)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No need for expensive cloud GPUs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⚡ Speed: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5-10x faster than full fine-tuning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Iterate quickly on ideas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🔄 Modularity: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One base model + multiple LoRA adapters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Adapter 1: Customer support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Adapter 2: Code generation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Adapter 3: Creative writing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Swap adapters instantly!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💰 Cost Savings: 90-95% cheaper than full fine-tuning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67EEA"/>
                </a:solidFill>
              </a:defRPr>
            </a:pPr>
            <a:r>
              <a:t>📊 Preparing Datasets for Fine-Tuning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📝 Dataset Structure: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Instruction-response pairs (for instruction tuning)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Input-output pairs (for task-specific)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Format: JSON, CSV, or Hugging Face datasets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📏 Quality Over Quantity: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1,000 high-quality examples &gt; 100,000 noisy ones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Clean, consistent formatting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Representative of your use case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🔧 Example Format: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{'instruction': 'Translate to French', 'input': 'Hello', 'output': 'Bonjour'}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67EEA"/>
                </a:solidFill>
              </a:defRPr>
            </a:pPr>
            <a:r>
              <a:t>🛠️ Tools We'll Use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📦 Key Libraries: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Transformers: Load pretrained models (Hugging Face)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PEFT: LoRA implementation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Datasets: Data loading and processing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Accelerate: Training optimization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🔧 Installation: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pip install transformers peft datasets accelerate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 b="1">
                <a:solidFill>
                  <a:srgbClr val="FF8C00"/>
                </a:solidFill>
              </a:defRPr>
            </a:pPr>
            <a:r>
              <a:t>🎯 Workflow: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1. Load pretrained model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2. Add LoRA adapters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3. Prepare dataset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4. Fine-tune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5. Save &amp; use adapters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67EEA"/>
                </a:solidFill>
              </a:defRPr>
            </a:pPr>
            <a:r>
              <a:t>🎯 Today's Hands-On 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🔧 What We'll Build: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Fine-tune a small language model with LoRA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Task: Instruction following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📊 Dataset: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Small instruction dataset (~1000 examples)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Format: Instruction → Response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🤖 Model: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GPT-2 or small Llama (for speed)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Can run on most GPUs/CPUs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 b="1">
                <a:solidFill>
                  <a:srgbClr val="008000"/>
                </a:solidFill>
              </a:defRPr>
            </a:pPr>
            <a:r>
              <a:t>✅ Expected Outcome: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Working LoRA fine-tuned model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Understand the complete workflow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• Ready to apply to your own projects!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67EEA"/>
                </a:solidFill>
              </a:defRPr>
            </a:pPr>
            <a:r>
              <a:t>📚 Summary: What We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600" b="1">
                <a:solidFill>
                  <a:srgbClr val="FF8C00"/>
                </a:solidFill>
              </a:defRPr>
            </a:pPr>
            <a:r>
              <a:t>🎯 Key Takeaways: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1️⃣ Full fine-tuning is expensive and slow (update all parameters)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2️⃣ PEFT methods like LoRA are efficient (update 1-2% of parameters)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3️⃣ LoRA adds small adapter layers that are trained separately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4️⃣ Benefits: 10x less memory, 5-10x faster, much cheaper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5️⃣ Same performance as full fine-tuning!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</a:p>
          <a:p>
            <a:pPr>
              <a:lnSpc>
                <a:spcPct val="120000"/>
              </a:lnSpc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🚀 Next: Hands-on LoRA fine-tuning in Jupyter notebook!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