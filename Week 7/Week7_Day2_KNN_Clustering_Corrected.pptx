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K-Nearest Neighbors &amp;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From Neighbors to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Week 7 -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K-Nearest Neighbors (KNN)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What is K-Nearest Neighbors (KNN)?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A simple algorithm that learns from similar examples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The Big Idea: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"You are the average of your K closest friends!"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It Works: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1. Find K nearest neighbors to new data point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2. Look at their labels/values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K-Nearest Neighbors (KNN)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3. Make prediction based on neighbors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Real-World Analogy: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Movie Recommendation: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Find people with similar taste (neighbors)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See what movies they liked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Recommend those movies to you!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Key Parameter: K (number of neighbors)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K=1: Only closest neighbor matters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K=5: Vote among 5 closest neighbors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How KNN Works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KNN Makes Predictions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Classification Example (K=3):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1: Calculate distances to all training points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Measure how "close" new point is to existing points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2: Find 3 nearest neighbors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Sort by distance, pick top 3 closest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How KNN Works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3: Majority vote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If 2 neighbors are Class A, 1 is Class B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→ Predict Class A (majority wins!)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Regression Example (K=3):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Find 3 nearest neighbors with values: 10, 12, 14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Prediction = Average = (10 + 12 + 14) / 3 = 12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No Training Phase!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KNN stores all data and computes at prediction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Distance Metrics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Distance Metrics: Measuring "Closeness"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do we measure distance between points?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1. Euclidean Distance (Default)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"As the crow flies" - straight line distance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Formula: √[(x₂-x₁)² + (y₂-y₁)²]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Use when: All directions matter equally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2. Manhattan Distance (City Block)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Distance Metrics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Walk along grid (like city streets)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Formula: |x₂-x₁| + |y₂-y₁|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Use when: Movement restricted to axes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Example: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Point A: (1, 1), Point B: (4, 5)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Euclidean: √[(4-1)² + (5-1)²] = √25 = 5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Manhattan: |4-1| + |5-1| = 3 + 4 = 7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Pro Tip: Euclidean is most common! 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KNN Pros &amp; Cons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KNN: Strengths &amp; Limitations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Advantages: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Simple and intuitive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No training phase (lazy learning)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Works for both classification &amp; regression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No assumptions about data distribution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Adapts as you add more data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Disadvantages: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KNN Pros &amp; Cons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❌ Slow for large datasets (calculates all distances)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❌ Memory intensive (stores all training data)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❌ Sensitive to irrelevant features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❌ Struggles with high dimensions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❌ Requires feature scaling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Best Practices: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Always scale your features!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Try different K values (use cross-validation)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Use odd K for binary classification (avoids ties)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Introduction to Clustering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Clustering: Finding Natural Groups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Unsupervised learning - no labels needed!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What is Clustering?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Group similar data points together automatically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Points in same cluster are similar to each other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Points in different clusters are different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Real-World Examples: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Introduction to Clustering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🛍️ Customer Segmentation: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Group customers by buying behavior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📰 News Grouping: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Organize articles by topic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🧬 Gene Analysis: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Find genes with similar expression patterns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KNN vs Clustering: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KNN: Supervised (needs labels for training)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Clustering: Unsupervised (finds groups on its own!)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K-Means Algorithm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K-Means: The Most Popular Clustering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Creates K clusters by minimizing distances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K-Means Works: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1: Choose K (number of clusters)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E.g., K=3 for 3 customer segments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2: Randomly place K centroids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K-Means Algorithm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Centroids = center points of clusters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3: Assign points to nearest centroid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Each point joins closest cluster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4: Update centroids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Move centroid to center of its cluster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5: Repeat steps 3-4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Until centroids stop moving!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Key Point: K-Means is iterative! 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Elbow Method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Elbow Method: Choosing 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many clusters should we use?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The Problem: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K-Means needs K, but we don't know the best K!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The Solution: Elbow Method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1: Try different K values (2, 3, 4, 5...)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2: Calculate inertia for each 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Elbow Method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Inertia = Sum of squared distances to centroids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Lower inertia = tighter clusters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3: Plot K vs Inertia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Step 4: Find the "elbow"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Where adding more clusters doesn't help much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What Does the Elbow Look Like?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K=2 → High inertia (underfitting)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K=4 → Elbow point (sweet spot!) ✅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K=10 → Low inertia (overfitting)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Silhouette Score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Silhouette Score: Cluster Quality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good are our clusters?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What is Silhouette Score?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Measures how well points fit in their clusters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How It Works: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For each point, it calculates: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a: Average distance to other points in same cluster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400"/>
            </a:pPr>
            <a:r>
              <a:t>• b: Average distance to points in nearest other cluster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Silhouette Score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Score = (b - a) / max(a, b)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Score Range: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+1: Perfect! Point is far from other clusters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0: On border between clusters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/>
            </a:pPr>
            <a:r>
              <a:t>-1: Wrong cluster! Should be in another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Interpretation: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&gt; 0.7: Strong clusters ✅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0.5-0.7: Reasonable structure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&lt; 0.5: Weak clusters 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Summary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Summary &amp; Key Takeaways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What We Learned: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KNN: "You are your neighbors" (supervised)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Distance Metrics: Euclidean &amp; Manhattan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KNN works for classification &amp; regression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Clustering: Finding groups automatically (unsupervised)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K-Means: Iterative clustering algorithm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Summary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Elbow Method: Choosing optimal 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✅ Silhouette Score: Evaluating cluster quality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Pro Tips: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💡 Always scale features for KNN!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💡 Try K=3, 5, 7 for KNN (odd numbers)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💡 Use Elbow + Silhouette together for K-Means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💡 Visualize clusters when possible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/>
            </a:pPr>
            <a:r>
              <a:t>Let's practice in the notebook!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