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4140" y="1650355"/>
            <a:ext cx="6335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334097" y="2526655"/>
            <a:ext cx="4475658" cy="39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11"/>
              </a:lnSpc>
              <a:spcAft>
                <a:spcPts val="45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Unusual in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45023" y="4347270"/>
            <a:ext cx="31148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7 - Day 3 | AI Bootcamp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44068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Anomaly Detection? 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data points that differ significantly from the norm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"Spotting the needle in the haystack!"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9186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89919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"normal" looks like from data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points that don't fit the pattern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unusual behavior for investigation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030736"/>
            <a:ext cx="8549640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Analogy: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cameras at a bank: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356919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Regular customer transactions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Anomaly: Someone trying to break in at 3 AM! 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75157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 (Part 1) 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Anomaly Detection Shines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Fraud Detection 💳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7978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transactions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spending patterns (location, amount, time)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$10,000 purchase in another country at 2 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51132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Network Intrusion Detection 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81865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network traffic patterns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hacking attempts or DDoS attacks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1 million requests from single IP address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75157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 (Part 2) 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Manufacturing Quality Control 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91505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defective products on assembly line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sensor readings for equipment failure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Temperature spike in production machine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22304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Healthcare Monitoring 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53037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abnormal patient vitals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rare diseases from medical scans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Irregular heartbeat 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66191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Cleaning 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396924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outliers before model training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Age = 150 years in customer database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Anomalies 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Main Categories: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Point Anomalies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7978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data points that are unusual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transaction of $1,000,000 when average is $50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14684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Contextual Anomalies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45417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in one context, abnormal in another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Temperature of 35°C normal in summer, weird in winter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322123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Collective Anomalies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52856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of points together forms anomaly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Series of small transactions adding up to fraud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06177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Algorithm 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Powerful Anomaly Detection Method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"Anomalies are easier to isolate than normal points!"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9186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89919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points: Surrounded by many similar points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Anomalies: Stand alone, far from others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need fewer "splits" to isolate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030736"/>
            <a:ext cx="8549640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Analogy: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Finding a red ball in a bag of blue balls: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356919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picks quickly find the red one (anomaly)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many picks to find a specific blue one (normal)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67454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Isolation Forest Works (Part 1) 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Process: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Build Random Trees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7978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multiple decision trees (forest)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randomly splits the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14684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Random Feature 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45417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random feature (e.g., age, income, location)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random split value within that feature's range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322123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Recursive Splitting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52856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splitting until each point is isolated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until maximum depth is reached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67454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Isolation Forest Works (Part 2) 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Calculate Path Length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91505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how many splits it took to isolate each point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points: Long path (many splits)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Anomalies: Short path (few splits)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22304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Compute Anomaly 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530376"/>
            <a:ext cx="8382000" cy="141982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path length across all trees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ranges from 0 to 1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&gt; 0.5: Likely an anomaly ⚠️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&lt; 0.5: Likely normal 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402639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Anomalies are easier to separate!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36226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Anomalies 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Anomalies Easy to See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Visualization Techniques: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6073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Scatter Plots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66806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points: Blue dots clustered together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Anomalies: Red dots far from the cluster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43512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Box Plots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74245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data distribution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appear as individual points outside whiskers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50951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Heatmaps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3816846"/>
            <a:ext cx="8382000" cy="69086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intensity shows anomaly scores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Darker colors = higher anomaly probability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815130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vs Classification (Part 1) ⚖️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79786"/>
            <a:ext cx="8382000" cy="141982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pPr algn="l" indent="0" marL="0">
              <a:lnSpc>
                <a:spcPts val="1820"/>
              </a:lnSpc>
              <a:spcAft>
                <a:spcPts val="375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needs labeled data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specific classes (Cat, Dog, Bird)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when classes are balanced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Email spam vs not spam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87580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183136"/>
            <a:ext cx="8382000" cy="141982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pPr algn="l" indent="0" marL="0">
              <a:lnSpc>
                <a:spcPts val="1820"/>
              </a:lnSpc>
              <a:spcAft>
                <a:spcPts val="375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 labels needed!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what's unusual (no predefined categories)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imbalanced data (99% normal, 1% anomaly)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Detecting unknown types of fraud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815130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vs Classification (Part 2) ⚖️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7245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Classification When: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7978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labeled training data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well-defined and balanced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what you're looking for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51132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Anomaly Detection When: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818656"/>
            <a:ext cx="8382000" cy="141982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labeled data available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(highly imbalanced)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types of anomalies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patterns change over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431467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Sometimes use both together!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65442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Forest: Pros &amp; Cons 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91505"/>
            <a:ext cx="8382000" cy="141982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Fast and scalable</a:t>
            </a:r>
            <a:pPr algn="l" indent="0" marL="0">
              <a:lnSpc>
                <a:spcPts val="1820"/>
              </a:lnSpc>
              <a:spcAft>
                <a:spcPts val="375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(works with large datasets)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 labeled data needed</a:t>
            </a:r>
            <a:pPr algn="l" indent="0" marL="0">
              <a:lnSpc>
                <a:spcPts val="1820"/>
              </a:lnSpc>
              <a:spcAft>
                <a:spcPts val="375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(unsupervised)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Handles high-dimensional data well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Low memory consumption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58752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289485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May struggle with very complex patterns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Sensitive to hyperparameters (n_estimators, contamination)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Works best for global anomalies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402639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Best Use: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datasets with unknown anomaly types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32409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1125"/>
              </a:spcAft>
              <a:buNone/>
            </a:pPr>
            <a:r>
              <a:rPr lang="en-US" sz="2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 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784175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1091505"/>
            <a:ext cx="8382000" cy="178430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Anomaly detection finds unusual patterns in data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Used in fraud detection, security, quality control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Isolation Forest isolates anomalies efficiently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Unsupervised - no labels needed!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Different from classification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295200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3259336"/>
            <a:ext cx="8382000" cy="1055340"/>
          </a:xfrm>
          <a:prstGeom prst="rect">
            <a:avLst/>
          </a:prstGeom>
          <a:noFill/>
          <a:ln/>
        </p:spPr>
        <p:txBody>
          <a:bodyPr wrap="square" lIns="119063" tIns="0" rIns="0" bIns="0" rtlCol="0" anchor="t"/>
          <a:lstStyle/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your data before and after detection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contamination parameter wisely (% of anomalies)</a:t>
            </a:r>
            <a:endParaRPr lang="en-US" sz="1400" dirty="0"/>
          </a:p>
          <a:p>
            <a:pPr algn="l" marL="119063" indent="-119063">
              <a:lnSpc>
                <a:spcPts val="1820"/>
              </a:lnSpc>
              <a:spcAft>
                <a:spcPts val="375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domain knowledge for best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4390876"/>
            <a:ext cx="854964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Next:</a:t>
            </a:r>
            <a:pPr algn="l" indent="0" marL="0">
              <a:lnSpc>
                <a:spcPts val="18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We'll implement this in the module project!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3 - Anomaly Detection</dc:title>
  <dc:subject>PptxGenJS Presentation</dc:subject>
  <dc:creator>AI Bootcamp</dc:creator>
  <cp:lastModifiedBy>AI Bootcamp</cp:lastModifiedBy>
  <cp:revision>1</cp:revision>
  <dcterms:created xsi:type="dcterms:W3CDTF">2025-11-18T06:55:59Z</dcterms:created>
  <dcterms:modified xsi:type="dcterms:W3CDTF">2025-11-18T06:55:59Z</dcterms:modified>
</cp:coreProperties>
</file>